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9"/>
  </p:notesMasterIdLst>
  <p:sldIdLst>
    <p:sldId id="256" r:id="rId2"/>
    <p:sldId id="258" r:id="rId3"/>
    <p:sldId id="296" r:id="rId4"/>
    <p:sldId id="259" r:id="rId5"/>
    <p:sldId id="260" r:id="rId6"/>
    <p:sldId id="261" r:id="rId7"/>
    <p:sldId id="262" r:id="rId8"/>
    <p:sldId id="297" r:id="rId9"/>
    <p:sldId id="298" r:id="rId10"/>
    <p:sldId id="299" r:id="rId11"/>
    <p:sldId id="300" r:id="rId12"/>
    <p:sldId id="301" r:id="rId13"/>
    <p:sldId id="302" r:id="rId14"/>
    <p:sldId id="303" r:id="rId15"/>
    <p:sldId id="305" r:id="rId16"/>
    <p:sldId id="304" r:id="rId17"/>
    <p:sldId id="306"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7F50A4-49C4-4700-AAA9-7A2B1AEA4B93}">
  <a:tblStyle styleId="{697F50A4-49C4-4700-AAA9-7A2B1AEA4B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19AD9E9-ED8E-4A00-A441-7B35636E43D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87fa921f8d_0_1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9D6C8B68-7887-CF4F-66DE-DB01921B4C63}"/>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E0A87DCB-646F-B52E-6CA0-CC34870571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8A037EDD-2A0E-51EE-6D65-605292896E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953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96CDEB04-9720-1D03-DDFE-A9E32FA891A4}"/>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86637BFA-8DA8-E777-83F1-14FFB9E5C0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D609D29A-774F-D977-B917-FCE74838CA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9916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4D34ABE6-8991-CAF3-FA39-FA350BEA4B29}"/>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3DB81ABF-4E07-894B-E12D-B11969B84A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EE6CEE2F-2159-EC37-DB07-D95E3C7AE2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6781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C37E91D5-B226-2B11-F7E3-139C4F48538F}"/>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EAD228D9-65E1-5274-E5B5-E2F741C53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0F5B43D0-753D-9E55-7880-E2BA593F44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13570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338209EF-08DB-BDE4-C019-89619C1BEE78}"/>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2A949F7E-9ABD-00E5-AA2E-3F51F08D4C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810958F9-EC33-0754-8A5F-4683656A59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0572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C91BAD5B-0787-9DF8-27BD-529F90FF5C50}"/>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A7D55F84-79B1-57E3-E417-9C6B8B9F93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4A9DBD56-23F9-8752-7733-9FA826B8C8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8532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873742FD-F5EE-8F5A-870A-D72984198B77}"/>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191A4BDD-CC5A-E30D-20D6-9825B530D9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00A239A6-3716-7C6E-F9C7-60056D6D23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0460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C158334B-C89A-F954-C7D8-798159F5D4D9}"/>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1B88EE65-F26D-87B5-436E-0D30A67E80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1AAF7E6D-7394-FF48-1323-5D18C6298E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1225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B716A4A9-5574-DD07-3B54-ED56E156EB70}"/>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DB07D9F5-238A-F6AD-0AD8-42C91E3A58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269B8E42-1166-B2EB-0B1D-D7EA4B3521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0939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177880FC-04C7-95AC-1305-2ACBC65E6B93}"/>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C90DAEB5-E974-9C3F-CEF4-F2BCFE1CAB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CBDCA589-EACE-E753-337C-27328D81A9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338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a:extLst>
            <a:ext uri="{FF2B5EF4-FFF2-40B4-BE49-F238E27FC236}">
              <a16:creationId xmlns:a16="http://schemas.microsoft.com/office/drawing/2014/main" id="{1E44A65D-8CAE-A1E5-DAD2-AB448F9706A5}"/>
            </a:ext>
          </a:extLst>
        </p:cNvPr>
        <p:cNvGrpSpPr/>
        <p:nvPr/>
      </p:nvGrpSpPr>
      <p:grpSpPr>
        <a:xfrm>
          <a:off x="0" y="0"/>
          <a:ext cx="0" cy="0"/>
          <a:chOff x="0" y="0"/>
          <a:chExt cx="0" cy="0"/>
        </a:xfrm>
      </p:grpSpPr>
      <p:sp>
        <p:nvSpPr>
          <p:cNvPr id="707" name="Google Shape;707;g287fa921f8d_0_1382:notes">
            <a:extLst>
              <a:ext uri="{FF2B5EF4-FFF2-40B4-BE49-F238E27FC236}">
                <a16:creationId xmlns:a16="http://schemas.microsoft.com/office/drawing/2014/main" id="{F35FA6E3-503F-03D6-7097-97B2D28065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a:extLst>
              <a:ext uri="{FF2B5EF4-FFF2-40B4-BE49-F238E27FC236}">
                <a16:creationId xmlns:a16="http://schemas.microsoft.com/office/drawing/2014/main" id="{8E0A9A27-E04E-8E97-AF14-5BD0F6660F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5948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 name="Google Shape;19;p2"/>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3672296"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2"/>
          </p:nvPr>
        </p:nvSpPr>
        <p:spPr>
          <a:xfrm>
            <a:off x="720000"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 name="Google Shape;47;p5"/>
          <p:cNvSpPr txBox="1">
            <a:spLocks noGrp="1"/>
          </p:cNvSpPr>
          <p:nvPr>
            <p:ph type="subTitle" idx="3"/>
          </p:nvPr>
        </p:nvSpPr>
        <p:spPr>
          <a:xfrm>
            <a:off x="720000"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8" name="Google Shape;48;p5"/>
          <p:cNvSpPr txBox="1">
            <a:spLocks noGrp="1"/>
          </p:cNvSpPr>
          <p:nvPr>
            <p:ph type="subTitle" idx="4"/>
          </p:nvPr>
        </p:nvSpPr>
        <p:spPr>
          <a:xfrm>
            <a:off x="3672293"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a:spLocks noGrp="1"/>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2"/>
        <p:cNvGrpSpPr/>
        <p:nvPr/>
      </p:nvGrpSpPr>
      <p:grpSpPr>
        <a:xfrm>
          <a:off x="0" y="0"/>
          <a:ext cx="0" cy="0"/>
          <a:chOff x="0" y="0"/>
          <a:chExt cx="0" cy="0"/>
        </a:xfrm>
      </p:grpSpPr>
      <p:sp>
        <p:nvSpPr>
          <p:cNvPr id="123" name="Google Shape;123;p13"/>
          <p:cNvSpPr txBox="1">
            <a:spLocks noGrp="1"/>
          </p:cNvSpPr>
          <p:nvPr>
            <p:ph type="title" hasCustomPrompt="1"/>
          </p:nvPr>
        </p:nvSpPr>
        <p:spPr>
          <a:xfrm>
            <a:off x="720000"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a:spLocks noGrp="1"/>
          </p:cNvSpPr>
          <p:nvPr>
            <p:ph type="title" idx="2" hasCustomPrompt="1"/>
          </p:nvPr>
        </p:nvSpPr>
        <p:spPr>
          <a:xfrm>
            <a:off x="720000"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a:spLocks noGrp="1"/>
          </p:cNvSpPr>
          <p:nvPr>
            <p:ph type="title" idx="3" hasCustomPrompt="1"/>
          </p:nvPr>
        </p:nvSpPr>
        <p:spPr>
          <a:xfrm>
            <a:off x="2709178"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a:spLocks noGrp="1"/>
          </p:cNvSpPr>
          <p:nvPr>
            <p:ph type="title" idx="4" hasCustomPrompt="1"/>
          </p:nvPr>
        </p:nvSpPr>
        <p:spPr>
          <a:xfrm>
            <a:off x="2709178"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a:spLocks noGrp="1"/>
          </p:cNvSpPr>
          <p:nvPr>
            <p:ph type="title" idx="5" hasCustomPrompt="1"/>
          </p:nvPr>
        </p:nvSpPr>
        <p:spPr>
          <a:xfrm>
            <a:off x="4698355"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a:spLocks noGrp="1"/>
          </p:cNvSpPr>
          <p:nvPr>
            <p:ph type="title" idx="6" hasCustomPrompt="1"/>
          </p:nvPr>
        </p:nvSpPr>
        <p:spPr>
          <a:xfrm>
            <a:off x="4698355"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subTitle" idx="1"/>
          </p:nvPr>
        </p:nvSpPr>
        <p:spPr>
          <a:xfrm>
            <a:off x="720000"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0" name="Google Shape;130;p13"/>
          <p:cNvSpPr txBox="1">
            <a:spLocks noGrp="1"/>
          </p:cNvSpPr>
          <p:nvPr>
            <p:ph type="subTitle" idx="7"/>
          </p:nvPr>
        </p:nvSpPr>
        <p:spPr>
          <a:xfrm>
            <a:off x="2709178"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1" name="Google Shape;131;p13"/>
          <p:cNvSpPr txBox="1">
            <a:spLocks noGrp="1"/>
          </p:cNvSpPr>
          <p:nvPr>
            <p:ph type="subTitle" idx="8"/>
          </p:nvPr>
        </p:nvSpPr>
        <p:spPr>
          <a:xfrm>
            <a:off x="4698355"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2" name="Google Shape;132;p13"/>
          <p:cNvSpPr txBox="1">
            <a:spLocks noGrp="1"/>
          </p:cNvSpPr>
          <p:nvPr>
            <p:ph type="subTitle" idx="9"/>
          </p:nvPr>
        </p:nvSpPr>
        <p:spPr>
          <a:xfrm>
            <a:off x="720000"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3" name="Google Shape;133;p13"/>
          <p:cNvSpPr txBox="1">
            <a:spLocks noGrp="1"/>
          </p:cNvSpPr>
          <p:nvPr>
            <p:ph type="subTitle" idx="13"/>
          </p:nvPr>
        </p:nvSpPr>
        <p:spPr>
          <a:xfrm>
            <a:off x="2709178"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4" name="Google Shape;134;p13"/>
          <p:cNvSpPr txBox="1">
            <a:spLocks noGrp="1"/>
          </p:cNvSpPr>
          <p:nvPr>
            <p:ph type="subTitle" idx="14"/>
          </p:nvPr>
        </p:nvSpPr>
        <p:spPr>
          <a:xfrm>
            <a:off x="4698355"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8" r:id="rId8"/>
    <p:sldLayoutId id="2147483659" r:id="rId9"/>
    <p:sldLayoutId id="2147483661" r:id="rId10"/>
    <p:sldLayoutId id="2147483665" r:id="rId11"/>
    <p:sldLayoutId id="2147483666"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hyperlink" Target="https://creativecommons.org/licenses/by-sa/3.0/" TargetMode="External"/><Relationship Id="rId10" Type="http://schemas.openxmlformats.org/officeDocument/2006/relationships/image" Target="../media/image11.png"/><Relationship Id="rId4" Type="http://schemas.openxmlformats.org/officeDocument/2006/relationships/hyperlink" Target="https://commons.wikimedia.org/wiki/File:JavaScript-logo.png" TargetMode="Externa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4"/>
          <p:cNvSpPr txBox="1">
            <a:spLocks noGrp="1"/>
          </p:cNvSpPr>
          <p:nvPr>
            <p:ph type="ctrTitle"/>
          </p:nvPr>
        </p:nvSpPr>
        <p:spPr>
          <a:xfrm>
            <a:off x="784555" y="843762"/>
            <a:ext cx="7574890" cy="2151300"/>
          </a:xfrm>
          <a:prstGeom prst="rect">
            <a:avLst/>
          </a:prstGeom>
        </p:spPr>
        <p:txBody>
          <a:bodyPr spcFirstLastPara="1" wrap="square" lIns="91425" tIns="91425" rIns="91425" bIns="91425" anchor="b" anchorCtr="0">
            <a:noAutofit/>
          </a:bodyPr>
          <a:lstStyle/>
          <a:p>
            <a:pPr lvl="0" algn="ctr"/>
            <a:r>
              <a:rPr lang="fr-FR" sz="4000" dirty="0"/>
              <a:t>Surveillance de la température d'un </a:t>
            </a:r>
            <a:r>
              <a:rPr lang="fr-FR" sz="4000" dirty="0">
                <a:solidFill>
                  <a:schemeClr val="bg1">
                    <a:lumMod val="50000"/>
                  </a:schemeClr>
                </a:solidFill>
              </a:rPr>
              <a:t>entrepôt</a:t>
            </a:r>
            <a:endParaRPr sz="2800" b="0" dirty="0">
              <a:solidFill>
                <a:schemeClr val="bg1">
                  <a:lumMod val="50000"/>
                </a:schemeClr>
              </a:solidFill>
            </a:endParaRPr>
          </a:p>
        </p:txBody>
      </p:sp>
      <p:sp>
        <p:nvSpPr>
          <p:cNvPr id="711" name="Google Shape;711;p24"/>
          <p:cNvSpPr txBox="1">
            <a:spLocks noGrp="1"/>
          </p:cNvSpPr>
          <p:nvPr>
            <p:ph type="subTitle" idx="1"/>
          </p:nvPr>
        </p:nvSpPr>
        <p:spPr>
          <a:xfrm>
            <a:off x="0" y="2945341"/>
            <a:ext cx="4370100" cy="1878105"/>
          </a:xfrm>
          <a:prstGeom prst="rect">
            <a:avLst/>
          </a:prstGeom>
        </p:spPr>
        <p:txBody>
          <a:bodyPr spcFirstLastPara="1" wrap="square" lIns="91425" tIns="91425" rIns="91425" bIns="91425" anchor="t" anchorCtr="0">
            <a:noAutofit/>
          </a:bodyPr>
          <a:lstStyle/>
          <a:p>
            <a:pPr marL="0" lvl="0" indent="0" algn="ctr"/>
            <a:r>
              <a:rPr lang="fr-FR" dirty="0"/>
              <a:t>Réalisé par :</a:t>
            </a:r>
          </a:p>
          <a:p>
            <a:pPr marL="0" lvl="0" indent="0" algn="ctr"/>
            <a:endParaRPr lang="fr-FR" dirty="0"/>
          </a:p>
          <a:p>
            <a:pPr marL="0" lvl="0" indent="0" algn="ctr"/>
            <a:r>
              <a:rPr lang="fr-FR" dirty="0"/>
              <a:t> BAADI Anass</a:t>
            </a:r>
          </a:p>
          <a:p>
            <a:pPr marL="0" lvl="0" indent="0" algn="ctr"/>
            <a:r>
              <a:rPr lang="fr-FR" dirty="0"/>
              <a:t>EL-ATIKI Yassine</a:t>
            </a:r>
          </a:p>
          <a:p>
            <a:pPr marL="0" lvl="0" indent="0" algn="ctr"/>
            <a:r>
              <a:rPr lang="fr-FR" dirty="0"/>
              <a:t>ASKLOU Abdessamad</a:t>
            </a:r>
          </a:p>
          <a:p>
            <a:pPr marL="0" lvl="0" indent="0" algn="ctr"/>
            <a:r>
              <a:rPr lang="fr-FR" dirty="0"/>
              <a:t>AIT GOURRAMT Abdelhamid</a:t>
            </a:r>
          </a:p>
          <a:p>
            <a:pPr marL="0" lvl="0" indent="0" algn="ctr"/>
            <a:r>
              <a:rPr lang="fr-FR" dirty="0"/>
              <a:t>AIT MOULAY BRAHIM Noureddine</a:t>
            </a:r>
            <a:endParaRPr dirty="0"/>
          </a:p>
        </p:txBody>
      </p:sp>
      <p:pic>
        <p:nvPicPr>
          <p:cNvPr id="2" name="Image 12">
            <a:extLst>
              <a:ext uri="{FF2B5EF4-FFF2-40B4-BE49-F238E27FC236}">
                <a16:creationId xmlns:a16="http://schemas.microsoft.com/office/drawing/2014/main" id="{CE79949F-C698-4842-9293-674091A1E13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983" y="78188"/>
            <a:ext cx="1531147" cy="1531147"/>
          </a:xfrm>
          <a:prstGeom prst="rect">
            <a:avLst/>
          </a:prstGeom>
          <a:noFill/>
          <a:ln>
            <a:noFill/>
          </a:ln>
        </p:spPr>
      </p:pic>
      <p:pic>
        <p:nvPicPr>
          <p:cNvPr id="4" name="Image 2" descr="Une image contenant logo, Marque, symbole, Police&#10;&#10;Description générée automatiquement">
            <a:extLst>
              <a:ext uri="{FF2B5EF4-FFF2-40B4-BE49-F238E27FC236}">
                <a16:creationId xmlns:a16="http://schemas.microsoft.com/office/drawing/2014/main" id="{01AFD86A-A4D5-5A96-D6EA-60E75C7D530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50667" y1="59906" x2="54000" y2="62736"/>
                        <a14:foregroundMark x1="54000" y1="43396" x2="59000" y2="34906"/>
                        <a14:foregroundMark x1="42000" y1="88679" x2="50000" y2="88679"/>
                        <a14:foregroundMark x1="52667" y1="10849" x2="49333" y2="9906"/>
                      </a14:backgroundRemoval>
                    </a14:imgEffect>
                  </a14:imgLayer>
                </a14:imgProps>
              </a:ext>
              <a:ext uri="{28A0092B-C50C-407E-A947-70E740481C1C}">
                <a14:useLocalDpi xmlns:a14="http://schemas.microsoft.com/office/drawing/2010/main" val="0"/>
              </a:ext>
            </a:extLst>
          </a:blip>
          <a:srcRect/>
          <a:stretch>
            <a:fillRect/>
          </a:stretch>
        </p:blipFill>
        <p:spPr bwMode="auto">
          <a:xfrm>
            <a:off x="7448824" y="354003"/>
            <a:ext cx="1387524" cy="979516"/>
          </a:xfrm>
          <a:prstGeom prst="rect">
            <a:avLst/>
          </a:prstGeom>
          <a:noFill/>
          <a:ln>
            <a:noFill/>
          </a:ln>
        </p:spPr>
      </p:pic>
      <p:sp>
        <p:nvSpPr>
          <p:cNvPr id="7" name="Google Shape;711;p24">
            <a:extLst>
              <a:ext uri="{FF2B5EF4-FFF2-40B4-BE49-F238E27FC236}">
                <a16:creationId xmlns:a16="http://schemas.microsoft.com/office/drawing/2014/main" id="{6A72692A-80E0-6EA2-84B5-82045CE7EF73}"/>
              </a:ext>
            </a:extLst>
          </p:cNvPr>
          <p:cNvSpPr txBox="1">
            <a:spLocks/>
          </p:cNvSpPr>
          <p:nvPr/>
        </p:nvSpPr>
        <p:spPr>
          <a:xfrm>
            <a:off x="5198195" y="2945341"/>
            <a:ext cx="4370100" cy="24691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Open Sans"/>
              <a:buNone/>
              <a:defRPr sz="1600" b="0" i="0" u="none" strike="noStrike" cap="none">
                <a:solidFill>
                  <a:schemeClr val="dk1"/>
                </a:solidFill>
                <a:latin typeface="Open Sans"/>
                <a:ea typeface="Open Sans"/>
                <a:cs typeface="Open Sans"/>
                <a:sym typeface="Open Sans"/>
              </a:defRPr>
            </a:lvl1pPr>
            <a:lvl2pPr marL="914400" marR="0" lvl="1"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2pPr>
            <a:lvl3pPr marL="1371600" marR="0" lvl="2"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3pPr>
            <a:lvl4pPr marL="1828800" marR="0" lvl="3"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4pPr>
            <a:lvl5pPr marL="2286000" marR="0" lvl="4"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5pPr>
            <a:lvl6pPr marL="2743200" marR="0" lvl="5"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6pPr>
            <a:lvl7pPr marL="3200400" marR="0" lvl="6"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7pPr>
            <a:lvl8pPr marL="3657600" marR="0" lvl="7"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8pPr>
            <a:lvl9pPr marL="4114800" marR="0" lvl="8" indent="-304800" algn="ctr" rtl="0">
              <a:lnSpc>
                <a:spcPct val="100000"/>
              </a:lnSpc>
              <a:spcBef>
                <a:spcPts val="0"/>
              </a:spcBef>
              <a:spcAft>
                <a:spcPts val="0"/>
              </a:spcAft>
              <a:buClr>
                <a:schemeClr val="dk1"/>
              </a:buClr>
              <a:buSzPts val="1800"/>
              <a:buFont typeface="Open Sans"/>
              <a:buNone/>
              <a:defRPr sz="1800" b="0" i="0" u="none" strike="noStrike" cap="none">
                <a:solidFill>
                  <a:schemeClr val="dk1"/>
                </a:solidFill>
                <a:latin typeface="Open Sans"/>
                <a:ea typeface="Open Sans"/>
                <a:cs typeface="Open Sans"/>
                <a:sym typeface="Open Sans"/>
              </a:defRPr>
            </a:lvl9pPr>
          </a:lstStyle>
          <a:p>
            <a:pPr marL="0" indent="0" algn="ctr"/>
            <a:r>
              <a:rPr lang="fr-FR" dirty="0"/>
              <a:t>Encadré par :</a:t>
            </a:r>
          </a:p>
          <a:p>
            <a:pPr marL="0" indent="0" algn="ctr"/>
            <a:endParaRPr lang="fr-FR" dirty="0"/>
          </a:p>
          <a:p>
            <a:pPr marL="0" indent="0" algn="ctr"/>
            <a:r>
              <a:rPr lang="fr-FR" dirty="0"/>
              <a:t>Pr. IDRAIS </a:t>
            </a:r>
            <a:r>
              <a:rPr lang="fr-FR" dirty="0" err="1"/>
              <a:t>Jaafar</a:t>
            </a:r>
            <a:endParaRPr lang="fr-FR" dirty="0"/>
          </a:p>
          <a:p>
            <a:pPr marL="0" indent="0" algn="ctr"/>
            <a:r>
              <a:rPr lang="fr-FR" dirty="0"/>
              <a:t>Dr. RIDA Zakaria</a:t>
            </a:r>
          </a:p>
          <a:p>
            <a:pPr marL="0" indent="0" algn="ct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26"/>
          <p:cNvSpPr txBox="1">
            <a:spLocks noGrp="1"/>
          </p:cNvSpPr>
          <p:nvPr>
            <p:ph type="title" idx="15"/>
          </p:nvPr>
        </p:nvSpPr>
        <p:spPr>
          <a:xfrm>
            <a:off x="859331" y="468197"/>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072" name="Google Shape;1072;p26"/>
          <p:cNvSpPr txBox="1">
            <a:spLocks noGrp="1"/>
          </p:cNvSpPr>
          <p:nvPr>
            <p:ph type="title"/>
          </p:nvPr>
        </p:nvSpPr>
        <p:spPr>
          <a:xfrm>
            <a:off x="1259508" y="15824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073" name="Google Shape;1073;p26"/>
          <p:cNvSpPr txBox="1">
            <a:spLocks noGrp="1"/>
          </p:cNvSpPr>
          <p:nvPr>
            <p:ph type="title" idx="2"/>
          </p:nvPr>
        </p:nvSpPr>
        <p:spPr>
          <a:xfrm>
            <a:off x="3288030" y="3244488"/>
            <a:ext cx="692456"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074" name="Google Shape;1074;p26"/>
          <p:cNvSpPr txBox="1">
            <a:spLocks noGrp="1"/>
          </p:cNvSpPr>
          <p:nvPr>
            <p:ph type="title" idx="3"/>
          </p:nvPr>
        </p:nvSpPr>
        <p:spPr>
          <a:xfrm>
            <a:off x="3248686" y="15824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sp>
        <p:nvSpPr>
          <p:cNvPr id="1075" name="Google Shape;1075;p26"/>
          <p:cNvSpPr txBox="1">
            <a:spLocks noGrp="1"/>
          </p:cNvSpPr>
          <p:nvPr>
            <p:ph type="title" idx="4"/>
          </p:nvPr>
        </p:nvSpPr>
        <p:spPr>
          <a:xfrm>
            <a:off x="5277208" y="3244488"/>
            <a:ext cx="692456"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sp>
        <p:nvSpPr>
          <p:cNvPr id="1076" name="Google Shape;1076;p26"/>
          <p:cNvSpPr txBox="1">
            <a:spLocks noGrp="1"/>
          </p:cNvSpPr>
          <p:nvPr>
            <p:ph type="title" idx="5"/>
          </p:nvPr>
        </p:nvSpPr>
        <p:spPr>
          <a:xfrm>
            <a:off x="5237863" y="15824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078" name="Google Shape;1078;p26"/>
          <p:cNvSpPr txBox="1">
            <a:spLocks noGrp="1"/>
          </p:cNvSpPr>
          <p:nvPr>
            <p:ph type="subTitle" idx="1"/>
          </p:nvPr>
        </p:nvSpPr>
        <p:spPr>
          <a:xfrm>
            <a:off x="1078684" y="2062861"/>
            <a:ext cx="1593900" cy="735000"/>
          </a:xfrm>
          <a:prstGeom prst="rect">
            <a:avLst/>
          </a:prstGeom>
        </p:spPr>
        <p:txBody>
          <a:bodyPr spcFirstLastPara="1" wrap="square" lIns="91425" tIns="91425" rIns="91425" bIns="91425" anchor="t" anchorCtr="0">
            <a:noAutofit/>
          </a:bodyPr>
          <a:lstStyle/>
          <a:p>
            <a:pPr marL="0" lvl="0" indent="0"/>
            <a:r>
              <a:rPr lang="fr-FR" dirty="0"/>
              <a:t>Introduction</a:t>
            </a:r>
            <a:endParaRPr dirty="0"/>
          </a:p>
        </p:txBody>
      </p:sp>
      <p:sp>
        <p:nvSpPr>
          <p:cNvPr id="1079" name="Google Shape;1079;p26"/>
          <p:cNvSpPr txBox="1">
            <a:spLocks noGrp="1"/>
          </p:cNvSpPr>
          <p:nvPr>
            <p:ph type="subTitle" idx="7"/>
          </p:nvPr>
        </p:nvSpPr>
        <p:spPr>
          <a:xfrm>
            <a:off x="3095096" y="2062861"/>
            <a:ext cx="1593900" cy="735000"/>
          </a:xfrm>
          <a:prstGeom prst="rect">
            <a:avLst/>
          </a:prstGeom>
        </p:spPr>
        <p:txBody>
          <a:bodyPr spcFirstLastPara="1" wrap="square" lIns="91425" tIns="91425" rIns="91425" bIns="91425" anchor="t" anchorCtr="0">
            <a:noAutofit/>
          </a:bodyPr>
          <a:lstStyle/>
          <a:p>
            <a:pPr marL="0" lvl="0" indent="0"/>
            <a:r>
              <a:rPr lang="fr-FR" dirty="0"/>
              <a:t>Architecture du Système</a:t>
            </a:r>
            <a:endParaRPr dirty="0"/>
          </a:p>
        </p:txBody>
      </p:sp>
      <p:sp>
        <p:nvSpPr>
          <p:cNvPr id="1080" name="Google Shape;1080;p26"/>
          <p:cNvSpPr txBox="1">
            <a:spLocks noGrp="1"/>
          </p:cNvSpPr>
          <p:nvPr>
            <p:ph type="subTitle" idx="8"/>
          </p:nvPr>
        </p:nvSpPr>
        <p:spPr>
          <a:xfrm>
            <a:off x="5111508" y="2030068"/>
            <a:ext cx="1720255"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Fonctionnalités</a:t>
            </a:r>
            <a:r>
              <a:rPr lang="en-US" dirty="0"/>
              <a:t> </a:t>
            </a:r>
            <a:r>
              <a:rPr lang="en-US" dirty="0" err="1"/>
              <a:t>Réalisées</a:t>
            </a:r>
            <a:endParaRPr lang="fr-FR" dirty="0"/>
          </a:p>
          <a:p>
            <a:pPr marL="0" lvl="0" indent="0" algn="l" rtl="0">
              <a:spcBef>
                <a:spcPts val="0"/>
              </a:spcBef>
              <a:spcAft>
                <a:spcPts val="0"/>
              </a:spcAft>
              <a:buNone/>
            </a:pPr>
            <a:endParaRPr dirty="0"/>
          </a:p>
        </p:txBody>
      </p:sp>
      <p:sp>
        <p:nvSpPr>
          <p:cNvPr id="1081" name="Google Shape;1081;p26"/>
          <p:cNvSpPr txBox="1">
            <a:spLocks noGrp="1"/>
          </p:cNvSpPr>
          <p:nvPr>
            <p:ph type="subTitle" idx="9"/>
          </p:nvPr>
        </p:nvSpPr>
        <p:spPr>
          <a:xfrm>
            <a:off x="3084145" y="3660925"/>
            <a:ext cx="1935066" cy="735000"/>
          </a:xfrm>
          <a:prstGeom prst="rect">
            <a:avLst/>
          </a:prstGeom>
        </p:spPr>
        <p:txBody>
          <a:bodyPr spcFirstLastPara="1" wrap="square" lIns="91425" tIns="91425" rIns="91425" bIns="91425" anchor="t" anchorCtr="0">
            <a:noAutofit/>
          </a:bodyPr>
          <a:lstStyle/>
          <a:p>
            <a:pPr marL="0" indent="0"/>
            <a:r>
              <a:rPr lang="en-US" dirty="0" err="1"/>
              <a:t>Défis</a:t>
            </a:r>
            <a:r>
              <a:rPr lang="en-US" dirty="0"/>
              <a:t> Techniques et Solutions</a:t>
            </a:r>
            <a:endParaRPr dirty="0"/>
          </a:p>
        </p:txBody>
      </p:sp>
      <p:sp>
        <p:nvSpPr>
          <p:cNvPr id="1082" name="Google Shape;1082;p26"/>
          <p:cNvSpPr txBox="1">
            <a:spLocks noGrp="1"/>
          </p:cNvSpPr>
          <p:nvPr>
            <p:ph type="subTitle" idx="13"/>
          </p:nvPr>
        </p:nvSpPr>
        <p:spPr>
          <a:xfrm>
            <a:off x="5092323" y="3692048"/>
            <a:ext cx="1822736" cy="735000"/>
          </a:xfrm>
          <a:prstGeom prst="rect">
            <a:avLst/>
          </a:prstGeom>
        </p:spPr>
        <p:txBody>
          <a:bodyPr spcFirstLastPara="1" wrap="square" lIns="91425" tIns="91425" rIns="91425" bIns="91425" anchor="t" anchorCtr="0">
            <a:noAutofit/>
          </a:bodyPr>
          <a:lstStyle/>
          <a:p>
            <a:pPr marL="0" indent="0"/>
            <a:r>
              <a:rPr lang="en-US" dirty="0"/>
              <a:t>Simulation</a:t>
            </a:r>
            <a:endParaRPr lang="fr-FR" dirty="0"/>
          </a:p>
        </p:txBody>
      </p:sp>
      <p:sp>
        <p:nvSpPr>
          <p:cNvPr id="2" name="Google Shape;1076;p26">
            <a:extLst>
              <a:ext uri="{FF2B5EF4-FFF2-40B4-BE49-F238E27FC236}">
                <a16:creationId xmlns:a16="http://schemas.microsoft.com/office/drawing/2014/main" id="{04E0815B-FDF1-E565-093E-D17187CE9400}"/>
              </a:ext>
            </a:extLst>
          </p:cNvPr>
          <p:cNvSpPr txBox="1">
            <a:spLocks/>
          </p:cNvSpPr>
          <p:nvPr/>
        </p:nvSpPr>
        <p:spPr>
          <a:xfrm>
            <a:off x="1372340" y="3179857"/>
            <a:ext cx="7617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en" dirty="0"/>
              <a:t>04</a:t>
            </a:r>
          </a:p>
        </p:txBody>
      </p:sp>
      <p:sp>
        <p:nvSpPr>
          <p:cNvPr id="4" name="Google Shape;1080;p26">
            <a:extLst>
              <a:ext uri="{FF2B5EF4-FFF2-40B4-BE49-F238E27FC236}">
                <a16:creationId xmlns:a16="http://schemas.microsoft.com/office/drawing/2014/main" id="{9D629424-8DFE-3835-BD54-673D148F0DA1}"/>
              </a:ext>
            </a:extLst>
          </p:cNvPr>
          <p:cNvSpPr txBox="1">
            <a:spLocks/>
          </p:cNvSpPr>
          <p:nvPr/>
        </p:nvSpPr>
        <p:spPr>
          <a:xfrm>
            <a:off x="1021513" y="3610511"/>
            <a:ext cx="1720255" cy="73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lvl="0" indent="0"/>
            <a:r>
              <a:rPr lang="en-US" dirty="0"/>
              <a:t>Technologies </a:t>
            </a:r>
            <a:r>
              <a:rPr lang="en-US" dirty="0" err="1"/>
              <a:t>Utilisées</a:t>
            </a:r>
            <a:endParaRPr lang="fr-FR" dirty="0"/>
          </a:p>
        </p:txBody>
      </p:sp>
      <p:grpSp>
        <p:nvGrpSpPr>
          <p:cNvPr id="1050" name="Google Shape;3168;p50">
            <a:extLst>
              <a:ext uri="{FF2B5EF4-FFF2-40B4-BE49-F238E27FC236}">
                <a16:creationId xmlns:a16="http://schemas.microsoft.com/office/drawing/2014/main" id="{98DDAD81-6F5A-234D-C084-493929E50544}"/>
              </a:ext>
            </a:extLst>
          </p:cNvPr>
          <p:cNvGrpSpPr/>
          <p:nvPr/>
        </p:nvGrpSpPr>
        <p:grpSpPr>
          <a:xfrm>
            <a:off x="1114139" y="1306305"/>
            <a:ext cx="882113" cy="866054"/>
            <a:chOff x="6039282" y="1042577"/>
            <a:chExt cx="734315" cy="731929"/>
          </a:xfrm>
        </p:grpSpPr>
        <p:sp>
          <p:nvSpPr>
            <p:cNvPr id="1051" name="Google Shape;3169;p50">
              <a:extLst>
                <a:ext uri="{FF2B5EF4-FFF2-40B4-BE49-F238E27FC236}">
                  <a16:creationId xmlns:a16="http://schemas.microsoft.com/office/drawing/2014/main" id="{93A0DFD6-7324-4085-2F56-96BD84BB1778}"/>
                </a:ext>
              </a:extLst>
            </p:cNvPr>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3170;p50">
              <a:extLst>
                <a:ext uri="{FF2B5EF4-FFF2-40B4-BE49-F238E27FC236}">
                  <a16:creationId xmlns:a16="http://schemas.microsoft.com/office/drawing/2014/main" id="{A8637CBF-411D-9B77-310A-99621BEEB520}"/>
                </a:ext>
              </a:extLst>
            </p:cNvPr>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3171;p50">
              <a:extLst>
                <a:ext uri="{FF2B5EF4-FFF2-40B4-BE49-F238E27FC236}">
                  <a16:creationId xmlns:a16="http://schemas.microsoft.com/office/drawing/2014/main" id="{A1C37D68-A670-C42E-0A60-272C07B393BF}"/>
                </a:ext>
              </a:extLst>
            </p:cNvPr>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3172;p50">
              <a:extLst>
                <a:ext uri="{FF2B5EF4-FFF2-40B4-BE49-F238E27FC236}">
                  <a16:creationId xmlns:a16="http://schemas.microsoft.com/office/drawing/2014/main" id="{84DBA480-E738-FE91-F84A-4F30126A1306}"/>
                </a:ext>
              </a:extLst>
            </p:cNvPr>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3173;p50">
              <a:extLst>
                <a:ext uri="{FF2B5EF4-FFF2-40B4-BE49-F238E27FC236}">
                  <a16:creationId xmlns:a16="http://schemas.microsoft.com/office/drawing/2014/main" id="{9F6C6BE3-31E9-3E21-BE46-5FDADF0197F7}"/>
                </a:ext>
              </a:extLst>
            </p:cNvPr>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3174;p50">
              <a:extLst>
                <a:ext uri="{FF2B5EF4-FFF2-40B4-BE49-F238E27FC236}">
                  <a16:creationId xmlns:a16="http://schemas.microsoft.com/office/drawing/2014/main" id="{92FA5A4E-BB19-6396-752A-D63C392B1670}"/>
                </a:ext>
              </a:extLst>
            </p:cNvPr>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3175;p50">
              <a:extLst>
                <a:ext uri="{FF2B5EF4-FFF2-40B4-BE49-F238E27FC236}">
                  <a16:creationId xmlns:a16="http://schemas.microsoft.com/office/drawing/2014/main" id="{D932A368-B687-46CF-D9E4-84E570659F7F}"/>
                </a:ext>
              </a:extLst>
            </p:cNvPr>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3176;p50">
              <a:extLst>
                <a:ext uri="{FF2B5EF4-FFF2-40B4-BE49-F238E27FC236}">
                  <a16:creationId xmlns:a16="http://schemas.microsoft.com/office/drawing/2014/main" id="{F8BCA1A2-397D-14C6-550F-34A225005D04}"/>
                </a:ext>
              </a:extLst>
            </p:cNvPr>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3177;p50">
              <a:extLst>
                <a:ext uri="{FF2B5EF4-FFF2-40B4-BE49-F238E27FC236}">
                  <a16:creationId xmlns:a16="http://schemas.microsoft.com/office/drawing/2014/main" id="{8DA977D6-6C16-119E-8A44-5DE5FACBEFD6}"/>
                </a:ext>
              </a:extLst>
            </p:cNvPr>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3178;p50">
              <a:extLst>
                <a:ext uri="{FF2B5EF4-FFF2-40B4-BE49-F238E27FC236}">
                  <a16:creationId xmlns:a16="http://schemas.microsoft.com/office/drawing/2014/main" id="{0FFE7369-4835-4CED-40DD-039A48BF8120}"/>
                </a:ext>
              </a:extLst>
            </p:cNvPr>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3179;p50">
              <a:extLst>
                <a:ext uri="{FF2B5EF4-FFF2-40B4-BE49-F238E27FC236}">
                  <a16:creationId xmlns:a16="http://schemas.microsoft.com/office/drawing/2014/main" id="{4AAD117B-898F-D575-7D20-836611D95988}"/>
                </a:ext>
              </a:extLst>
            </p:cNvPr>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3180;p50">
              <a:extLst>
                <a:ext uri="{FF2B5EF4-FFF2-40B4-BE49-F238E27FC236}">
                  <a16:creationId xmlns:a16="http://schemas.microsoft.com/office/drawing/2014/main" id="{FCDA7B44-34C7-C92D-FDDE-B6B550A93788}"/>
                </a:ext>
              </a:extLst>
            </p:cNvPr>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3181;p50">
              <a:extLst>
                <a:ext uri="{FF2B5EF4-FFF2-40B4-BE49-F238E27FC236}">
                  <a16:creationId xmlns:a16="http://schemas.microsoft.com/office/drawing/2014/main" id="{DADA92BC-55D4-B2C9-6F67-0752874A6AD8}"/>
                </a:ext>
              </a:extLst>
            </p:cNvPr>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3182;p50">
              <a:extLst>
                <a:ext uri="{FF2B5EF4-FFF2-40B4-BE49-F238E27FC236}">
                  <a16:creationId xmlns:a16="http://schemas.microsoft.com/office/drawing/2014/main" id="{96BE768E-56AF-BBEE-E43B-28EE01BEFFF3}"/>
                </a:ext>
              </a:extLst>
            </p:cNvPr>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3183;p50">
              <a:extLst>
                <a:ext uri="{FF2B5EF4-FFF2-40B4-BE49-F238E27FC236}">
                  <a16:creationId xmlns:a16="http://schemas.microsoft.com/office/drawing/2014/main" id="{EC2EE20B-8821-BFB4-0BC1-BA6BEC5F79A5}"/>
                </a:ext>
              </a:extLst>
            </p:cNvPr>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3184;p50">
              <a:extLst>
                <a:ext uri="{FF2B5EF4-FFF2-40B4-BE49-F238E27FC236}">
                  <a16:creationId xmlns:a16="http://schemas.microsoft.com/office/drawing/2014/main" id="{FF4C0D24-1667-376D-96AE-934A5A779A7A}"/>
                </a:ext>
              </a:extLst>
            </p:cNvPr>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3185;p50">
              <a:extLst>
                <a:ext uri="{FF2B5EF4-FFF2-40B4-BE49-F238E27FC236}">
                  <a16:creationId xmlns:a16="http://schemas.microsoft.com/office/drawing/2014/main" id="{597F858A-FF95-4346-FFF4-66B2D957F027}"/>
                </a:ext>
              </a:extLst>
            </p:cNvPr>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3186;p50">
              <a:extLst>
                <a:ext uri="{FF2B5EF4-FFF2-40B4-BE49-F238E27FC236}">
                  <a16:creationId xmlns:a16="http://schemas.microsoft.com/office/drawing/2014/main" id="{D73EFB6E-C077-CF4F-9166-093DD7DA806E}"/>
                </a:ext>
              </a:extLst>
            </p:cNvPr>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3187;p50">
              <a:extLst>
                <a:ext uri="{FF2B5EF4-FFF2-40B4-BE49-F238E27FC236}">
                  <a16:creationId xmlns:a16="http://schemas.microsoft.com/office/drawing/2014/main" id="{71D56B04-77D2-9558-B0A6-60891098180B}"/>
                </a:ext>
              </a:extLst>
            </p:cNvPr>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3188;p50">
              <a:extLst>
                <a:ext uri="{FF2B5EF4-FFF2-40B4-BE49-F238E27FC236}">
                  <a16:creationId xmlns:a16="http://schemas.microsoft.com/office/drawing/2014/main" id="{5890066E-3F7C-FBE6-B755-F4ADC33859C3}"/>
                </a:ext>
              </a:extLst>
            </p:cNvPr>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3189;p50">
              <a:extLst>
                <a:ext uri="{FF2B5EF4-FFF2-40B4-BE49-F238E27FC236}">
                  <a16:creationId xmlns:a16="http://schemas.microsoft.com/office/drawing/2014/main" id="{4E09E56D-78AD-344C-D21A-E45381BAE608}"/>
                </a:ext>
              </a:extLst>
            </p:cNvPr>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9" name="Google Shape;3168;p50">
            <a:extLst>
              <a:ext uri="{FF2B5EF4-FFF2-40B4-BE49-F238E27FC236}">
                <a16:creationId xmlns:a16="http://schemas.microsoft.com/office/drawing/2014/main" id="{167FB043-CFBD-1518-42A3-885D7EB5B8A1}"/>
              </a:ext>
            </a:extLst>
          </p:cNvPr>
          <p:cNvGrpSpPr/>
          <p:nvPr/>
        </p:nvGrpSpPr>
        <p:grpSpPr>
          <a:xfrm>
            <a:off x="3095795" y="1269375"/>
            <a:ext cx="882113" cy="866054"/>
            <a:chOff x="6039282" y="1042577"/>
            <a:chExt cx="734315" cy="731929"/>
          </a:xfrm>
        </p:grpSpPr>
        <p:sp>
          <p:nvSpPr>
            <p:cNvPr id="1210" name="Google Shape;3169;p50">
              <a:extLst>
                <a:ext uri="{FF2B5EF4-FFF2-40B4-BE49-F238E27FC236}">
                  <a16:creationId xmlns:a16="http://schemas.microsoft.com/office/drawing/2014/main" id="{3E72C6B9-B4D4-80FC-986E-7A9093D6877F}"/>
                </a:ext>
              </a:extLst>
            </p:cNvPr>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3170;p50">
              <a:extLst>
                <a:ext uri="{FF2B5EF4-FFF2-40B4-BE49-F238E27FC236}">
                  <a16:creationId xmlns:a16="http://schemas.microsoft.com/office/drawing/2014/main" id="{4DFE2FB4-B14C-DD18-363A-E6FE81A2B4AE}"/>
                </a:ext>
              </a:extLst>
            </p:cNvPr>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3171;p50">
              <a:extLst>
                <a:ext uri="{FF2B5EF4-FFF2-40B4-BE49-F238E27FC236}">
                  <a16:creationId xmlns:a16="http://schemas.microsoft.com/office/drawing/2014/main" id="{E2D9D7BA-0562-4CDF-CE3F-BEBF594A9611}"/>
                </a:ext>
              </a:extLst>
            </p:cNvPr>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3172;p50">
              <a:extLst>
                <a:ext uri="{FF2B5EF4-FFF2-40B4-BE49-F238E27FC236}">
                  <a16:creationId xmlns:a16="http://schemas.microsoft.com/office/drawing/2014/main" id="{804AC1DA-35B0-3ADD-1F5E-5F8F778F6AB5}"/>
                </a:ext>
              </a:extLst>
            </p:cNvPr>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3173;p50">
              <a:extLst>
                <a:ext uri="{FF2B5EF4-FFF2-40B4-BE49-F238E27FC236}">
                  <a16:creationId xmlns:a16="http://schemas.microsoft.com/office/drawing/2014/main" id="{774557D8-534A-72EB-42E0-928E272A1295}"/>
                </a:ext>
              </a:extLst>
            </p:cNvPr>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3174;p50">
              <a:extLst>
                <a:ext uri="{FF2B5EF4-FFF2-40B4-BE49-F238E27FC236}">
                  <a16:creationId xmlns:a16="http://schemas.microsoft.com/office/drawing/2014/main" id="{7525168B-CD8C-038B-499C-BD6F06B3BAA2}"/>
                </a:ext>
              </a:extLst>
            </p:cNvPr>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3175;p50">
              <a:extLst>
                <a:ext uri="{FF2B5EF4-FFF2-40B4-BE49-F238E27FC236}">
                  <a16:creationId xmlns:a16="http://schemas.microsoft.com/office/drawing/2014/main" id="{4D0609D2-9BAB-BF57-02D0-E6C859B64217}"/>
                </a:ext>
              </a:extLst>
            </p:cNvPr>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3176;p50">
              <a:extLst>
                <a:ext uri="{FF2B5EF4-FFF2-40B4-BE49-F238E27FC236}">
                  <a16:creationId xmlns:a16="http://schemas.microsoft.com/office/drawing/2014/main" id="{7474C032-B023-C153-D6D4-CE9BF800E36E}"/>
                </a:ext>
              </a:extLst>
            </p:cNvPr>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3177;p50">
              <a:extLst>
                <a:ext uri="{FF2B5EF4-FFF2-40B4-BE49-F238E27FC236}">
                  <a16:creationId xmlns:a16="http://schemas.microsoft.com/office/drawing/2014/main" id="{CE5E6D2B-127A-C66E-3B3E-F271BFCEDE1A}"/>
                </a:ext>
              </a:extLst>
            </p:cNvPr>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3178;p50">
              <a:extLst>
                <a:ext uri="{FF2B5EF4-FFF2-40B4-BE49-F238E27FC236}">
                  <a16:creationId xmlns:a16="http://schemas.microsoft.com/office/drawing/2014/main" id="{C55E41DA-0A01-4089-DB12-50A570E4FE6F}"/>
                </a:ext>
              </a:extLst>
            </p:cNvPr>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3179;p50">
              <a:extLst>
                <a:ext uri="{FF2B5EF4-FFF2-40B4-BE49-F238E27FC236}">
                  <a16:creationId xmlns:a16="http://schemas.microsoft.com/office/drawing/2014/main" id="{A2324A2D-ED6E-1C3D-97EA-8F74343FD90E}"/>
                </a:ext>
              </a:extLst>
            </p:cNvPr>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3180;p50">
              <a:extLst>
                <a:ext uri="{FF2B5EF4-FFF2-40B4-BE49-F238E27FC236}">
                  <a16:creationId xmlns:a16="http://schemas.microsoft.com/office/drawing/2014/main" id="{19153145-D5B9-1DE8-DCBB-F12324520D69}"/>
                </a:ext>
              </a:extLst>
            </p:cNvPr>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3181;p50">
              <a:extLst>
                <a:ext uri="{FF2B5EF4-FFF2-40B4-BE49-F238E27FC236}">
                  <a16:creationId xmlns:a16="http://schemas.microsoft.com/office/drawing/2014/main" id="{739B6124-7C88-BBC5-FCC5-F4DC150869CE}"/>
                </a:ext>
              </a:extLst>
            </p:cNvPr>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3182;p50">
              <a:extLst>
                <a:ext uri="{FF2B5EF4-FFF2-40B4-BE49-F238E27FC236}">
                  <a16:creationId xmlns:a16="http://schemas.microsoft.com/office/drawing/2014/main" id="{5B63F09B-310C-A4BB-64D6-70E32B97A9B8}"/>
                </a:ext>
              </a:extLst>
            </p:cNvPr>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3183;p50">
              <a:extLst>
                <a:ext uri="{FF2B5EF4-FFF2-40B4-BE49-F238E27FC236}">
                  <a16:creationId xmlns:a16="http://schemas.microsoft.com/office/drawing/2014/main" id="{1C252675-36DD-EA1D-22A9-CE09BDC15367}"/>
                </a:ext>
              </a:extLst>
            </p:cNvPr>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3184;p50">
              <a:extLst>
                <a:ext uri="{FF2B5EF4-FFF2-40B4-BE49-F238E27FC236}">
                  <a16:creationId xmlns:a16="http://schemas.microsoft.com/office/drawing/2014/main" id="{C17A5648-03EA-45D0-B5D8-E53954550603}"/>
                </a:ext>
              </a:extLst>
            </p:cNvPr>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3185;p50">
              <a:extLst>
                <a:ext uri="{FF2B5EF4-FFF2-40B4-BE49-F238E27FC236}">
                  <a16:creationId xmlns:a16="http://schemas.microsoft.com/office/drawing/2014/main" id="{928CFF45-54DF-9163-FB6A-716F7419C51C}"/>
                </a:ext>
              </a:extLst>
            </p:cNvPr>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3186;p50">
              <a:extLst>
                <a:ext uri="{FF2B5EF4-FFF2-40B4-BE49-F238E27FC236}">
                  <a16:creationId xmlns:a16="http://schemas.microsoft.com/office/drawing/2014/main" id="{780CD273-3808-4F26-8A75-B99AF9D86234}"/>
                </a:ext>
              </a:extLst>
            </p:cNvPr>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3187;p50">
              <a:extLst>
                <a:ext uri="{FF2B5EF4-FFF2-40B4-BE49-F238E27FC236}">
                  <a16:creationId xmlns:a16="http://schemas.microsoft.com/office/drawing/2014/main" id="{1B23B229-8EBC-2292-2D61-899C1C3843EE}"/>
                </a:ext>
              </a:extLst>
            </p:cNvPr>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3188;p50">
              <a:extLst>
                <a:ext uri="{FF2B5EF4-FFF2-40B4-BE49-F238E27FC236}">
                  <a16:creationId xmlns:a16="http://schemas.microsoft.com/office/drawing/2014/main" id="{00E54552-AAF8-05E9-B474-B2D73878C2EC}"/>
                </a:ext>
              </a:extLst>
            </p:cNvPr>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3189;p50">
              <a:extLst>
                <a:ext uri="{FF2B5EF4-FFF2-40B4-BE49-F238E27FC236}">
                  <a16:creationId xmlns:a16="http://schemas.microsoft.com/office/drawing/2014/main" id="{9E4ABEAE-4061-CE83-F734-5FA349715902}"/>
                </a:ext>
              </a:extLst>
            </p:cNvPr>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1" name="Google Shape;3168;p50">
            <a:extLst>
              <a:ext uri="{FF2B5EF4-FFF2-40B4-BE49-F238E27FC236}">
                <a16:creationId xmlns:a16="http://schemas.microsoft.com/office/drawing/2014/main" id="{48582FC7-4A94-E203-2E17-80D2408735C2}"/>
              </a:ext>
            </a:extLst>
          </p:cNvPr>
          <p:cNvGrpSpPr/>
          <p:nvPr/>
        </p:nvGrpSpPr>
        <p:grpSpPr>
          <a:xfrm>
            <a:off x="5078235" y="1268587"/>
            <a:ext cx="882113" cy="866054"/>
            <a:chOff x="6039282" y="1042577"/>
            <a:chExt cx="734315" cy="731929"/>
          </a:xfrm>
        </p:grpSpPr>
        <p:sp>
          <p:nvSpPr>
            <p:cNvPr id="1232" name="Google Shape;3169;p50">
              <a:extLst>
                <a:ext uri="{FF2B5EF4-FFF2-40B4-BE49-F238E27FC236}">
                  <a16:creationId xmlns:a16="http://schemas.microsoft.com/office/drawing/2014/main" id="{62F4FF27-477E-07DC-199C-3BF3F3002D6F}"/>
                </a:ext>
              </a:extLst>
            </p:cNvPr>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3170;p50">
              <a:extLst>
                <a:ext uri="{FF2B5EF4-FFF2-40B4-BE49-F238E27FC236}">
                  <a16:creationId xmlns:a16="http://schemas.microsoft.com/office/drawing/2014/main" id="{D53A2465-8DB8-8649-B2BE-FD07B5B34828}"/>
                </a:ext>
              </a:extLst>
            </p:cNvPr>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3171;p50">
              <a:extLst>
                <a:ext uri="{FF2B5EF4-FFF2-40B4-BE49-F238E27FC236}">
                  <a16:creationId xmlns:a16="http://schemas.microsoft.com/office/drawing/2014/main" id="{514EC8D6-EA82-0204-5F28-FE5DD4A6E5E6}"/>
                </a:ext>
              </a:extLst>
            </p:cNvPr>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3172;p50">
              <a:extLst>
                <a:ext uri="{FF2B5EF4-FFF2-40B4-BE49-F238E27FC236}">
                  <a16:creationId xmlns:a16="http://schemas.microsoft.com/office/drawing/2014/main" id="{6A234988-8FDB-10F8-D13C-41E7F56F3842}"/>
                </a:ext>
              </a:extLst>
            </p:cNvPr>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3173;p50">
              <a:extLst>
                <a:ext uri="{FF2B5EF4-FFF2-40B4-BE49-F238E27FC236}">
                  <a16:creationId xmlns:a16="http://schemas.microsoft.com/office/drawing/2014/main" id="{5F17E56D-8732-CF19-EB9C-85939F8AF0F6}"/>
                </a:ext>
              </a:extLst>
            </p:cNvPr>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3174;p50">
              <a:extLst>
                <a:ext uri="{FF2B5EF4-FFF2-40B4-BE49-F238E27FC236}">
                  <a16:creationId xmlns:a16="http://schemas.microsoft.com/office/drawing/2014/main" id="{2FF78F37-2FB9-F784-EDD8-63061F7B0031}"/>
                </a:ext>
              </a:extLst>
            </p:cNvPr>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3175;p50">
              <a:extLst>
                <a:ext uri="{FF2B5EF4-FFF2-40B4-BE49-F238E27FC236}">
                  <a16:creationId xmlns:a16="http://schemas.microsoft.com/office/drawing/2014/main" id="{0727CF2F-4ACA-F6B8-B05E-040AFEAC9301}"/>
                </a:ext>
              </a:extLst>
            </p:cNvPr>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3176;p50">
              <a:extLst>
                <a:ext uri="{FF2B5EF4-FFF2-40B4-BE49-F238E27FC236}">
                  <a16:creationId xmlns:a16="http://schemas.microsoft.com/office/drawing/2014/main" id="{6ED6DC7A-00D3-2CCC-F698-0CD2AB229259}"/>
                </a:ext>
              </a:extLst>
            </p:cNvPr>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3177;p50">
              <a:extLst>
                <a:ext uri="{FF2B5EF4-FFF2-40B4-BE49-F238E27FC236}">
                  <a16:creationId xmlns:a16="http://schemas.microsoft.com/office/drawing/2014/main" id="{A1D9E04B-8159-FCB4-D721-50E1D53CC05D}"/>
                </a:ext>
              </a:extLst>
            </p:cNvPr>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3178;p50">
              <a:extLst>
                <a:ext uri="{FF2B5EF4-FFF2-40B4-BE49-F238E27FC236}">
                  <a16:creationId xmlns:a16="http://schemas.microsoft.com/office/drawing/2014/main" id="{D5764D73-526F-AB3A-FBA2-D081EB41F21F}"/>
                </a:ext>
              </a:extLst>
            </p:cNvPr>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3179;p50">
              <a:extLst>
                <a:ext uri="{FF2B5EF4-FFF2-40B4-BE49-F238E27FC236}">
                  <a16:creationId xmlns:a16="http://schemas.microsoft.com/office/drawing/2014/main" id="{4CCBA53A-A223-7E05-0B64-311C39312090}"/>
                </a:ext>
              </a:extLst>
            </p:cNvPr>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3180;p50">
              <a:extLst>
                <a:ext uri="{FF2B5EF4-FFF2-40B4-BE49-F238E27FC236}">
                  <a16:creationId xmlns:a16="http://schemas.microsoft.com/office/drawing/2014/main" id="{FED5EBB4-189C-8FF0-6E19-9CD8A7798985}"/>
                </a:ext>
              </a:extLst>
            </p:cNvPr>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3181;p50">
              <a:extLst>
                <a:ext uri="{FF2B5EF4-FFF2-40B4-BE49-F238E27FC236}">
                  <a16:creationId xmlns:a16="http://schemas.microsoft.com/office/drawing/2014/main" id="{B5DC601B-9010-BD42-661D-3AEA722BDE1B}"/>
                </a:ext>
              </a:extLst>
            </p:cNvPr>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3182;p50">
              <a:extLst>
                <a:ext uri="{FF2B5EF4-FFF2-40B4-BE49-F238E27FC236}">
                  <a16:creationId xmlns:a16="http://schemas.microsoft.com/office/drawing/2014/main" id="{23029AB5-3827-4B61-121A-B813F7D036F3}"/>
                </a:ext>
              </a:extLst>
            </p:cNvPr>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3183;p50">
              <a:extLst>
                <a:ext uri="{FF2B5EF4-FFF2-40B4-BE49-F238E27FC236}">
                  <a16:creationId xmlns:a16="http://schemas.microsoft.com/office/drawing/2014/main" id="{1388E073-D79E-4935-F231-B7DC96790F1A}"/>
                </a:ext>
              </a:extLst>
            </p:cNvPr>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3184;p50">
              <a:extLst>
                <a:ext uri="{FF2B5EF4-FFF2-40B4-BE49-F238E27FC236}">
                  <a16:creationId xmlns:a16="http://schemas.microsoft.com/office/drawing/2014/main" id="{4D403BBB-FE4C-6727-2FE7-2992D4A69523}"/>
                </a:ext>
              </a:extLst>
            </p:cNvPr>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3185;p50">
              <a:extLst>
                <a:ext uri="{FF2B5EF4-FFF2-40B4-BE49-F238E27FC236}">
                  <a16:creationId xmlns:a16="http://schemas.microsoft.com/office/drawing/2014/main" id="{4281BFC3-8851-8C17-0A40-8253A4B4E3AB}"/>
                </a:ext>
              </a:extLst>
            </p:cNvPr>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3186;p50">
              <a:extLst>
                <a:ext uri="{FF2B5EF4-FFF2-40B4-BE49-F238E27FC236}">
                  <a16:creationId xmlns:a16="http://schemas.microsoft.com/office/drawing/2014/main" id="{D135864B-9034-C40B-B16E-0303E4EB819E}"/>
                </a:ext>
              </a:extLst>
            </p:cNvPr>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3187;p50">
              <a:extLst>
                <a:ext uri="{FF2B5EF4-FFF2-40B4-BE49-F238E27FC236}">
                  <a16:creationId xmlns:a16="http://schemas.microsoft.com/office/drawing/2014/main" id="{E7649177-9008-B908-79FB-EDEC952BF507}"/>
                </a:ext>
              </a:extLst>
            </p:cNvPr>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3188;p50">
              <a:extLst>
                <a:ext uri="{FF2B5EF4-FFF2-40B4-BE49-F238E27FC236}">
                  <a16:creationId xmlns:a16="http://schemas.microsoft.com/office/drawing/2014/main" id="{088E96EB-2552-F8D3-B8C7-2F8DF08B2C6F}"/>
                </a:ext>
              </a:extLst>
            </p:cNvPr>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3189;p50">
              <a:extLst>
                <a:ext uri="{FF2B5EF4-FFF2-40B4-BE49-F238E27FC236}">
                  <a16:creationId xmlns:a16="http://schemas.microsoft.com/office/drawing/2014/main" id="{FBF001E3-8E30-0745-29F6-E3F517DAA3FB}"/>
                </a:ext>
              </a:extLst>
            </p:cNvPr>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3168;p50">
            <a:extLst>
              <a:ext uri="{FF2B5EF4-FFF2-40B4-BE49-F238E27FC236}">
                <a16:creationId xmlns:a16="http://schemas.microsoft.com/office/drawing/2014/main" id="{605A612A-26BE-E785-939E-E40D1C59D8B9}"/>
              </a:ext>
            </a:extLst>
          </p:cNvPr>
          <p:cNvGrpSpPr/>
          <p:nvPr/>
        </p:nvGrpSpPr>
        <p:grpSpPr>
          <a:xfrm>
            <a:off x="1233252" y="2873595"/>
            <a:ext cx="882113" cy="866054"/>
            <a:chOff x="6039282" y="1042577"/>
            <a:chExt cx="734315" cy="731929"/>
          </a:xfrm>
        </p:grpSpPr>
        <p:sp>
          <p:nvSpPr>
            <p:cNvPr id="1254" name="Google Shape;3169;p50">
              <a:extLst>
                <a:ext uri="{FF2B5EF4-FFF2-40B4-BE49-F238E27FC236}">
                  <a16:creationId xmlns:a16="http://schemas.microsoft.com/office/drawing/2014/main" id="{37E7BC10-A7DA-A1F6-0FF1-61A4C9839A3F}"/>
                </a:ext>
              </a:extLst>
            </p:cNvPr>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3170;p50">
              <a:extLst>
                <a:ext uri="{FF2B5EF4-FFF2-40B4-BE49-F238E27FC236}">
                  <a16:creationId xmlns:a16="http://schemas.microsoft.com/office/drawing/2014/main" id="{C64B18A7-EC2A-714F-932A-30EC2F4AD230}"/>
                </a:ext>
              </a:extLst>
            </p:cNvPr>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3171;p50">
              <a:extLst>
                <a:ext uri="{FF2B5EF4-FFF2-40B4-BE49-F238E27FC236}">
                  <a16:creationId xmlns:a16="http://schemas.microsoft.com/office/drawing/2014/main" id="{1FE2D7CC-B331-AC87-D8AD-3BBEF35DC88D}"/>
                </a:ext>
              </a:extLst>
            </p:cNvPr>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3172;p50">
              <a:extLst>
                <a:ext uri="{FF2B5EF4-FFF2-40B4-BE49-F238E27FC236}">
                  <a16:creationId xmlns:a16="http://schemas.microsoft.com/office/drawing/2014/main" id="{30590C8D-8BE8-C610-81AB-345BA7B0A23E}"/>
                </a:ext>
              </a:extLst>
            </p:cNvPr>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3173;p50">
              <a:extLst>
                <a:ext uri="{FF2B5EF4-FFF2-40B4-BE49-F238E27FC236}">
                  <a16:creationId xmlns:a16="http://schemas.microsoft.com/office/drawing/2014/main" id="{C8209F5C-4F9B-578C-39A5-AB74396FA5E4}"/>
                </a:ext>
              </a:extLst>
            </p:cNvPr>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3174;p50">
              <a:extLst>
                <a:ext uri="{FF2B5EF4-FFF2-40B4-BE49-F238E27FC236}">
                  <a16:creationId xmlns:a16="http://schemas.microsoft.com/office/drawing/2014/main" id="{039D1B7A-C0D1-BE37-45C6-9D1A74156EE5}"/>
                </a:ext>
              </a:extLst>
            </p:cNvPr>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3175;p50">
              <a:extLst>
                <a:ext uri="{FF2B5EF4-FFF2-40B4-BE49-F238E27FC236}">
                  <a16:creationId xmlns:a16="http://schemas.microsoft.com/office/drawing/2014/main" id="{748BF53D-36DA-D004-BF13-AEBACC54FFE1}"/>
                </a:ext>
              </a:extLst>
            </p:cNvPr>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3176;p50">
              <a:extLst>
                <a:ext uri="{FF2B5EF4-FFF2-40B4-BE49-F238E27FC236}">
                  <a16:creationId xmlns:a16="http://schemas.microsoft.com/office/drawing/2014/main" id="{4499764B-1B1F-5DE1-4283-A996F6D2ED36}"/>
                </a:ext>
              </a:extLst>
            </p:cNvPr>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3177;p50">
              <a:extLst>
                <a:ext uri="{FF2B5EF4-FFF2-40B4-BE49-F238E27FC236}">
                  <a16:creationId xmlns:a16="http://schemas.microsoft.com/office/drawing/2014/main" id="{98C53E46-088C-8511-CF5A-A28E0C19AE76}"/>
                </a:ext>
              </a:extLst>
            </p:cNvPr>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3178;p50">
              <a:extLst>
                <a:ext uri="{FF2B5EF4-FFF2-40B4-BE49-F238E27FC236}">
                  <a16:creationId xmlns:a16="http://schemas.microsoft.com/office/drawing/2014/main" id="{B506568B-EFFB-36CE-58BE-7F7F59A0A1A1}"/>
                </a:ext>
              </a:extLst>
            </p:cNvPr>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3179;p50">
              <a:extLst>
                <a:ext uri="{FF2B5EF4-FFF2-40B4-BE49-F238E27FC236}">
                  <a16:creationId xmlns:a16="http://schemas.microsoft.com/office/drawing/2014/main" id="{CC9B3706-0937-D442-64BE-044A1AA2ED15}"/>
                </a:ext>
              </a:extLst>
            </p:cNvPr>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3180;p50">
              <a:extLst>
                <a:ext uri="{FF2B5EF4-FFF2-40B4-BE49-F238E27FC236}">
                  <a16:creationId xmlns:a16="http://schemas.microsoft.com/office/drawing/2014/main" id="{7B2D707B-0707-9055-43D2-42F464A9F5BD}"/>
                </a:ext>
              </a:extLst>
            </p:cNvPr>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3181;p50">
              <a:extLst>
                <a:ext uri="{FF2B5EF4-FFF2-40B4-BE49-F238E27FC236}">
                  <a16:creationId xmlns:a16="http://schemas.microsoft.com/office/drawing/2014/main" id="{59A723B8-90EA-C75D-3C4B-924E4C7E3F72}"/>
                </a:ext>
              </a:extLst>
            </p:cNvPr>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3182;p50">
              <a:extLst>
                <a:ext uri="{FF2B5EF4-FFF2-40B4-BE49-F238E27FC236}">
                  <a16:creationId xmlns:a16="http://schemas.microsoft.com/office/drawing/2014/main" id="{98E1FBB9-230F-F788-BB89-A882D47D20EF}"/>
                </a:ext>
              </a:extLst>
            </p:cNvPr>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3183;p50">
              <a:extLst>
                <a:ext uri="{FF2B5EF4-FFF2-40B4-BE49-F238E27FC236}">
                  <a16:creationId xmlns:a16="http://schemas.microsoft.com/office/drawing/2014/main" id="{BE8D29B9-CE0C-3820-27E4-7A73188EA0BA}"/>
                </a:ext>
              </a:extLst>
            </p:cNvPr>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3184;p50">
              <a:extLst>
                <a:ext uri="{FF2B5EF4-FFF2-40B4-BE49-F238E27FC236}">
                  <a16:creationId xmlns:a16="http://schemas.microsoft.com/office/drawing/2014/main" id="{F01E5F01-E660-08EB-8124-ACBD9FEFF069}"/>
                </a:ext>
              </a:extLst>
            </p:cNvPr>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3185;p50">
              <a:extLst>
                <a:ext uri="{FF2B5EF4-FFF2-40B4-BE49-F238E27FC236}">
                  <a16:creationId xmlns:a16="http://schemas.microsoft.com/office/drawing/2014/main" id="{F7FD8A9C-7A29-811D-A9D6-AE560A10709E}"/>
                </a:ext>
              </a:extLst>
            </p:cNvPr>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3186;p50">
              <a:extLst>
                <a:ext uri="{FF2B5EF4-FFF2-40B4-BE49-F238E27FC236}">
                  <a16:creationId xmlns:a16="http://schemas.microsoft.com/office/drawing/2014/main" id="{C6D8906B-53B0-0613-2C2A-CC6AA84AD20C}"/>
                </a:ext>
              </a:extLst>
            </p:cNvPr>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3187;p50">
              <a:extLst>
                <a:ext uri="{FF2B5EF4-FFF2-40B4-BE49-F238E27FC236}">
                  <a16:creationId xmlns:a16="http://schemas.microsoft.com/office/drawing/2014/main" id="{1888BFC6-0098-89BF-F60F-92371268FD42}"/>
                </a:ext>
              </a:extLst>
            </p:cNvPr>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3188;p50">
              <a:extLst>
                <a:ext uri="{FF2B5EF4-FFF2-40B4-BE49-F238E27FC236}">
                  <a16:creationId xmlns:a16="http://schemas.microsoft.com/office/drawing/2014/main" id="{D21F4C04-7340-2D28-C38F-C3100F712BFE}"/>
                </a:ext>
              </a:extLst>
            </p:cNvPr>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3189;p50">
              <a:extLst>
                <a:ext uri="{FF2B5EF4-FFF2-40B4-BE49-F238E27FC236}">
                  <a16:creationId xmlns:a16="http://schemas.microsoft.com/office/drawing/2014/main" id="{00BF8C74-AD6A-7CEF-2C64-25F6F7DB8D3B}"/>
                </a:ext>
              </a:extLst>
            </p:cNvPr>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3168;p50">
            <a:extLst>
              <a:ext uri="{FF2B5EF4-FFF2-40B4-BE49-F238E27FC236}">
                <a16:creationId xmlns:a16="http://schemas.microsoft.com/office/drawing/2014/main" id="{87883AEF-6AB0-A82B-580A-D2D7000A1064}"/>
              </a:ext>
            </a:extLst>
          </p:cNvPr>
          <p:cNvGrpSpPr/>
          <p:nvPr/>
        </p:nvGrpSpPr>
        <p:grpSpPr>
          <a:xfrm>
            <a:off x="3169830" y="2934108"/>
            <a:ext cx="801921" cy="866054"/>
            <a:chOff x="6039282" y="1042577"/>
            <a:chExt cx="734315" cy="731929"/>
          </a:xfrm>
        </p:grpSpPr>
        <p:sp>
          <p:nvSpPr>
            <p:cNvPr id="1276" name="Google Shape;3169;p50">
              <a:extLst>
                <a:ext uri="{FF2B5EF4-FFF2-40B4-BE49-F238E27FC236}">
                  <a16:creationId xmlns:a16="http://schemas.microsoft.com/office/drawing/2014/main" id="{742E315B-65E7-CD50-1864-689332AB0E66}"/>
                </a:ext>
              </a:extLst>
            </p:cNvPr>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3170;p50">
              <a:extLst>
                <a:ext uri="{FF2B5EF4-FFF2-40B4-BE49-F238E27FC236}">
                  <a16:creationId xmlns:a16="http://schemas.microsoft.com/office/drawing/2014/main" id="{96844551-3F44-E098-7101-2AC2B73D1CA8}"/>
                </a:ext>
              </a:extLst>
            </p:cNvPr>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3171;p50">
              <a:extLst>
                <a:ext uri="{FF2B5EF4-FFF2-40B4-BE49-F238E27FC236}">
                  <a16:creationId xmlns:a16="http://schemas.microsoft.com/office/drawing/2014/main" id="{089BAC1B-FDCD-2115-96B2-36A4CE8A6549}"/>
                </a:ext>
              </a:extLst>
            </p:cNvPr>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3172;p50">
              <a:extLst>
                <a:ext uri="{FF2B5EF4-FFF2-40B4-BE49-F238E27FC236}">
                  <a16:creationId xmlns:a16="http://schemas.microsoft.com/office/drawing/2014/main" id="{CA96C9AF-C0B2-58A3-C1FB-62C527AC488D}"/>
                </a:ext>
              </a:extLst>
            </p:cNvPr>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3173;p50">
              <a:extLst>
                <a:ext uri="{FF2B5EF4-FFF2-40B4-BE49-F238E27FC236}">
                  <a16:creationId xmlns:a16="http://schemas.microsoft.com/office/drawing/2014/main" id="{1CB54353-7591-A5B7-1F8A-51A6DAB94575}"/>
                </a:ext>
              </a:extLst>
            </p:cNvPr>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3174;p50">
              <a:extLst>
                <a:ext uri="{FF2B5EF4-FFF2-40B4-BE49-F238E27FC236}">
                  <a16:creationId xmlns:a16="http://schemas.microsoft.com/office/drawing/2014/main" id="{CE600154-CB48-301F-D69A-27877621A7F3}"/>
                </a:ext>
              </a:extLst>
            </p:cNvPr>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3175;p50">
              <a:extLst>
                <a:ext uri="{FF2B5EF4-FFF2-40B4-BE49-F238E27FC236}">
                  <a16:creationId xmlns:a16="http://schemas.microsoft.com/office/drawing/2014/main" id="{720456FA-A4A1-4288-D62E-580985C74E25}"/>
                </a:ext>
              </a:extLst>
            </p:cNvPr>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3176;p50">
              <a:extLst>
                <a:ext uri="{FF2B5EF4-FFF2-40B4-BE49-F238E27FC236}">
                  <a16:creationId xmlns:a16="http://schemas.microsoft.com/office/drawing/2014/main" id="{8E433CB1-8DEA-0FC0-D84F-B036E2A49833}"/>
                </a:ext>
              </a:extLst>
            </p:cNvPr>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3177;p50">
              <a:extLst>
                <a:ext uri="{FF2B5EF4-FFF2-40B4-BE49-F238E27FC236}">
                  <a16:creationId xmlns:a16="http://schemas.microsoft.com/office/drawing/2014/main" id="{9AF89EBB-919C-1334-1608-2DFC7B400DB1}"/>
                </a:ext>
              </a:extLst>
            </p:cNvPr>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3178;p50">
              <a:extLst>
                <a:ext uri="{FF2B5EF4-FFF2-40B4-BE49-F238E27FC236}">
                  <a16:creationId xmlns:a16="http://schemas.microsoft.com/office/drawing/2014/main" id="{1D93BBFB-A89B-4ADB-E959-73B25679F05C}"/>
                </a:ext>
              </a:extLst>
            </p:cNvPr>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3179;p50">
              <a:extLst>
                <a:ext uri="{FF2B5EF4-FFF2-40B4-BE49-F238E27FC236}">
                  <a16:creationId xmlns:a16="http://schemas.microsoft.com/office/drawing/2014/main" id="{402D30F2-F3CA-1028-37B8-D469551C5F83}"/>
                </a:ext>
              </a:extLst>
            </p:cNvPr>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3180;p50">
              <a:extLst>
                <a:ext uri="{FF2B5EF4-FFF2-40B4-BE49-F238E27FC236}">
                  <a16:creationId xmlns:a16="http://schemas.microsoft.com/office/drawing/2014/main" id="{D789275D-5B1B-F155-025B-6AD6A479C0CC}"/>
                </a:ext>
              </a:extLst>
            </p:cNvPr>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3181;p50">
              <a:extLst>
                <a:ext uri="{FF2B5EF4-FFF2-40B4-BE49-F238E27FC236}">
                  <a16:creationId xmlns:a16="http://schemas.microsoft.com/office/drawing/2014/main" id="{271F64BA-6BFE-B354-9738-B79544667AB7}"/>
                </a:ext>
              </a:extLst>
            </p:cNvPr>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3182;p50">
              <a:extLst>
                <a:ext uri="{FF2B5EF4-FFF2-40B4-BE49-F238E27FC236}">
                  <a16:creationId xmlns:a16="http://schemas.microsoft.com/office/drawing/2014/main" id="{979C9BF2-555C-480B-9FCC-84005739A866}"/>
                </a:ext>
              </a:extLst>
            </p:cNvPr>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3183;p50">
              <a:extLst>
                <a:ext uri="{FF2B5EF4-FFF2-40B4-BE49-F238E27FC236}">
                  <a16:creationId xmlns:a16="http://schemas.microsoft.com/office/drawing/2014/main" id="{62BFB7C0-CBB6-DE07-BB00-CB1076096F86}"/>
                </a:ext>
              </a:extLst>
            </p:cNvPr>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3184;p50">
              <a:extLst>
                <a:ext uri="{FF2B5EF4-FFF2-40B4-BE49-F238E27FC236}">
                  <a16:creationId xmlns:a16="http://schemas.microsoft.com/office/drawing/2014/main" id="{AC9CB726-A1F1-AABB-5E91-EA23C9BC1396}"/>
                </a:ext>
              </a:extLst>
            </p:cNvPr>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3185;p50">
              <a:extLst>
                <a:ext uri="{FF2B5EF4-FFF2-40B4-BE49-F238E27FC236}">
                  <a16:creationId xmlns:a16="http://schemas.microsoft.com/office/drawing/2014/main" id="{D13D1F9C-54DC-2CC1-60E4-1A8827262365}"/>
                </a:ext>
              </a:extLst>
            </p:cNvPr>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3186;p50">
              <a:extLst>
                <a:ext uri="{FF2B5EF4-FFF2-40B4-BE49-F238E27FC236}">
                  <a16:creationId xmlns:a16="http://schemas.microsoft.com/office/drawing/2014/main" id="{99AF719A-45A1-C37D-DF47-E18DED53F414}"/>
                </a:ext>
              </a:extLst>
            </p:cNvPr>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3187;p50">
              <a:extLst>
                <a:ext uri="{FF2B5EF4-FFF2-40B4-BE49-F238E27FC236}">
                  <a16:creationId xmlns:a16="http://schemas.microsoft.com/office/drawing/2014/main" id="{AC15B424-C1E4-E0F3-F7D7-8D9393006264}"/>
                </a:ext>
              </a:extLst>
            </p:cNvPr>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3188;p50">
              <a:extLst>
                <a:ext uri="{FF2B5EF4-FFF2-40B4-BE49-F238E27FC236}">
                  <a16:creationId xmlns:a16="http://schemas.microsoft.com/office/drawing/2014/main" id="{4F0E6742-320D-562C-C1BE-9D42E127076B}"/>
                </a:ext>
              </a:extLst>
            </p:cNvPr>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3189;p50">
              <a:extLst>
                <a:ext uri="{FF2B5EF4-FFF2-40B4-BE49-F238E27FC236}">
                  <a16:creationId xmlns:a16="http://schemas.microsoft.com/office/drawing/2014/main" id="{7316D20E-1293-CDEB-4834-84F7B01BB13C}"/>
                </a:ext>
              </a:extLst>
            </p:cNvPr>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7" name="Google Shape;3168;p50">
            <a:extLst>
              <a:ext uri="{FF2B5EF4-FFF2-40B4-BE49-F238E27FC236}">
                <a16:creationId xmlns:a16="http://schemas.microsoft.com/office/drawing/2014/main" id="{17E7AD68-DDEC-8900-F25E-175A455CB3EC}"/>
              </a:ext>
            </a:extLst>
          </p:cNvPr>
          <p:cNvGrpSpPr/>
          <p:nvPr/>
        </p:nvGrpSpPr>
        <p:grpSpPr>
          <a:xfrm>
            <a:off x="5163582" y="2961912"/>
            <a:ext cx="801921" cy="866054"/>
            <a:chOff x="6039282" y="1042577"/>
            <a:chExt cx="734315" cy="731929"/>
          </a:xfrm>
        </p:grpSpPr>
        <p:sp>
          <p:nvSpPr>
            <p:cNvPr id="1298" name="Google Shape;3169;p50">
              <a:extLst>
                <a:ext uri="{FF2B5EF4-FFF2-40B4-BE49-F238E27FC236}">
                  <a16:creationId xmlns:a16="http://schemas.microsoft.com/office/drawing/2014/main" id="{B3F93D8C-F3E3-8EB7-6BFE-9631CA764FF2}"/>
                </a:ext>
              </a:extLst>
            </p:cNvPr>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3170;p50">
              <a:extLst>
                <a:ext uri="{FF2B5EF4-FFF2-40B4-BE49-F238E27FC236}">
                  <a16:creationId xmlns:a16="http://schemas.microsoft.com/office/drawing/2014/main" id="{A2AEB7AC-A22E-D90D-531E-999297548EF7}"/>
                </a:ext>
              </a:extLst>
            </p:cNvPr>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3171;p50">
              <a:extLst>
                <a:ext uri="{FF2B5EF4-FFF2-40B4-BE49-F238E27FC236}">
                  <a16:creationId xmlns:a16="http://schemas.microsoft.com/office/drawing/2014/main" id="{323E6A4C-39CA-E2C7-5F82-67E36B32CC70}"/>
                </a:ext>
              </a:extLst>
            </p:cNvPr>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3172;p50">
              <a:extLst>
                <a:ext uri="{FF2B5EF4-FFF2-40B4-BE49-F238E27FC236}">
                  <a16:creationId xmlns:a16="http://schemas.microsoft.com/office/drawing/2014/main" id="{27978E46-F405-F320-D44A-61366708FFA7}"/>
                </a:ext>
              </a:extLst>
            </p:cNvPr>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3173;p50">
              <a:extLst>
                <a:ext uri="{FF2B5EF4-FFF2-40B4-BE49-F238E27FC236}">
                  <a16:creationId xmlns:a16="http://schemas.microsoft.com/office/drawing/2014/main" id="{76EDF8F2-2081-E674-9CCC-6DBF3F5E959E}"/>
                </a:ext>
              </a:extLst>
            </p:cNvPr>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3174;p50">
              <a:extLst>
                <a:ext uri="{FF2B5EF4-FFF2-40B4-BE49-F238E27FC236}">
                  <a16:creationId xmlns:a16="http://schemas.microsoft.com/office/drawing/2014/main" id="{C21E7F27-3B52-45A8-54A6-013E965BD2D6}"/>
                </a:ext>
              </a:extLst>
            </p:cNvPr>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3175;p50">
              <a:extLst>
                <a:ext uri="{FF2B5EF4-FFF2-40B4-BE49-F238E27FC236}">
                  <a16:creationId xmlns:a16="http://schemas.microsoft.com/office/drawing/2014/main" id="{E8797B6C-0E9A-2F81-82DA-0DB360DEB5DE}"/>
                </a:ext>
              </a:extLst>
            </p:cNvPr>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3176;p50">
              <a:extLst>
                <a:ext uri="{FF2B5EF4-FFF2-40B4-BE49-F238E27FC236}">
                  <a16:creationId xmlns:a16="http://schemas.microsoft.com/office/drawing/2014/main" id="{00C849C6-D87F-43B1-3B93-91ABB80D6293}"/>
                </a:ext>
              </a:extLst>
            </p:cNvPr>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3177;p50">
              <a:extLst>
                <a:ext uri="{FF2B5EF4-FFF2-40B4-BE49-F238E27FC236}">
                  <a16:creationId xmlns:a16="http://schemas.microsoft.com/office/drawing/2014/main" id="{03FAC62B-FDB4-ACBD-FDC1-2B043871F823}"/>
                </a:ext>
              </a:extLst>
            </p:cNvPr>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3178;p50">
              <a:extLst>
                <a:ext uri="{FF2B5EF4-FFF2-40B4-BE49-F238E27FC236}">
                  <a16:creationId xmlns:a16="http://schemas.microsoft.com/office/drawing/2014/main" id="{4FFF8775-B3D2-2F77-BBAC-1ACEA12164AD}"/>
                </a:ext>
              </a:extLst>
            </p:cNvPr>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3179;p50">
              <a:extLst>
                <a:ext uri="{FF2B5EF4-FFF2-40B4-BE49-F238E27FC236}">
                  <a16:creationId xmlns:a16="http://schemas.microsoft.com/office/drawing/2014/main" id="{DE1E5400-798B-1297-1812-706189FB35E9}"/>
                </a:ext>
              </a:extLst>
            </p:cNvPr>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3180;p50">
              <a:extLst>
                <a:ext uri="{FF2B5EF4-FFF2-40B4-BE49-F238E27FC236}">
                  <a16:creationId xmlns:a16="http://schemas.microsoft.com/office/drawing/2014/main" id="{A39C1D0B-0AFD-99A0-BD58-C44A3BC5E483}"/>
                </a:ext>
              </a:extLst>
            </p:cNvPr>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3181;p50">
              <a:extLst>
                <a:ext uri="{FF2B5EF4-FFF2-40B4-BE49-F238E27FC236}">
                  <a16:creationId xmlns:a16="http://schemas.microsoft.com/office/drawing/2014/main" id="{CA05FF6D-7D10-C16A-A62B-AEB93C6B8CA0}"/>
                </a:ext>
              </a:extLst>
            </p:cNvPr>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3182;p50">
              <a:extLst>
                <a:ext uri="{FF2B5EF4-FFF2-40B4-BE49-F238E27FC236}">
                  <a16:creationId xmlns:a16="http://schemas.microsoft.com/office/drawing/2014/main" id="{735BA2AA-3D24-6B8A-C670-C69743C4CDB4}"/>
                </a:ext>
              </a:extLst>
            </p:cNvPr>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3183;p50">
              <a:extLst>
                <a:ext uri="{FF2B5EF4-FFF2-40B4-BE49-F238E27FC236}">
                  <a16:creationId xmlns:a16="http://schemas.microsoft.com/office/drawing/2014/main" id="{06DE7999-01DF-FF1D-C97B-ADF16CA8F82C}"/>
                </a:ext>
              </a:extLst>
            </p:cNvPr>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3184;p50">
              <a:extLst>
                <a:ext uri="{FF2B5EF4-FFF2-40B4-BE49-F238E27FC236}">
                  <a16:creationId xmlns:a16="http://schemas.microsoft.com/office/drawing/2014/main" id="{AC81B2DE-8DDC-7408-0C54-B67E485A618F}"/>
                </a:ext>
              </a:extLst>
            </p:cNvPr>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3185;p50">
              <a:extLst>
                <a:ext uri="{FF2B5EF4-FFF2-40B4-BE49-F238E27FC236}">
                  <a16:creationId xmlns:a16="http://schemas.microsoft.com/office/drawing/2014/main" id="{2C23DFAB-F6AA-5FB6-B0EA-D12FB537ED8C}"/>
                </a:ext>
              </a:extLst>
            </p:cNvPr>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3186;p50">
              <a:extLst>
                <a:ext uri="{FF2B5EF4-FFF2-40B4-BE49-F238E27FC236}">
                  <a16:creationId xmlns:a16="http://schemas.microsoft.com/office/drawing/2014/main" id="{92AEA5F7-AB08-2248-5BCB-4C2C7E0387B0}"/>
                </a:ext>
              </a:extLst>
            </p:cNvPr>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3187;p50">
              <a:extLst>
                <a:ext uri="{FF2B5EF4-FFF2-40B4-BE49-F238E27FC236}">
                  <a16:creationId xmlns:a16="http://schemas.microsoft.com/office/drawing/2014/main" id="{632B7064-1378-0F4D-953A-9327E497A7BD}"/>
                </a:ext>
              </a:extLst>
            </p:cNvPr>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3188;p50">
              <a:extLst>
                <a:ext uri="{FF2B5EF4-FFF2-40B4-BE49-F238E27FC236}">
                  <a16:creationId xmlns:a16="http://schemas.microsoft.com/office/drawing/2014/main" id="{E5C2E98A-943A-739C-AA38-A5B263110125}"/>
                </a:ext>
              </a:extLst>
            </p:cNvPr>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3189;p50">
              <a:extLst>
                <a:ext uri="{FF2B5EF4-FFF2-40B4-BE49-F238E27FC236}">
                  <a16:creationId xmlns:a16="http://schemas.microsoft.com/office/drawing/2014/main" id="{F92C7FF8-068D-0336-A027-5A3AC99D6830}"/>
                </a:ext>
              </a:extLst>
            </p:cNvPr>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8" name="Google Shape;2859;p49">
            <a:extLst>
              <a:ext uri="{FF2B5EF4-FFF2-40B4-BE49-F238E27FC236}">
                <a16:creationId xmlns:a16="http://schemas.microsoft.com/office/drawing/2014/main" id="{EA735082-5E5C-A8AA-1580-E8733BE527D3}"/>
              </a:ext>
            </a:extLst>
          </p:cNvPr>
          <p:cNvPicPr preferRelativeResize="0"/>
          <p:nvPr/>
        </p:nvPicPr>
        <p:blipFill rotWithShape="1">
          <a:blip r:embed="rId3">
            <a:alphaModFix/>
          </a:blip>
          <a:srcRect t="9256" b="9256"/>
          <a:stretch/>
        </p:blipFill>
        <p:spPr>
          <a:xfrm>
            <a:off x="6180572" y="1005199"/>
            <a:ext cx="2389659" cy="3122301"/>
          </a:xfrm>
          <a:prstGeom prst="rect">
            <a:avLst/>
          </a:prstGeom>
          <a:noFill/>
          <a:ln>
            <a:noFill/>
          </a:ln>
        </p:spPr>
      </p:pic>
      <p:sp>
        <p:nvSpPr>
          <p:cNvPr id="3" name="TextBox 2">
            <a:extLst>
              <a:ext uri="{FF2B5EF4-FFF2-40B4-BE49-F238E27FC236}">
                <a16:creationId xmlns:a16="http://schemas.microsoft.com/office/drawing/2014/main" id="{5C818B77-D980-F32C-D2E5-DEDE1C0AC9CA}"/>
              </a:ext>
            </a:extLst>
          </p:cNvPr>
          <p:cNvSpPr txBox="1"/>
          <p:nvPr/>
        </p:nvSpPr>
        <p:spPr>
          <a:xfrm>
            <a:off x="8660780" y="4728117"/>
            <a:ext cx="483220" cy="307777"/>
          </a:xfrm>
          <a:prstGeom prst="rect">
            <a:avLst/>
          </a:prstGeom>
          <a:noFill/>
        </p:spPr>
        <p:txBody>
          <a:bodyPr wrap="square" rtlCol="0">
            <a:spAutoFit/>
          </a:bodyPr>
          <a:lstStyle/>
          <a:p>
            <a:pPr algn="r"/>
            <a:r>
              <a:rPr lang="fr-FR" dirty="0"/>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B87E360C-A0FA-4D85-31E2-9B9E6D795BD1}"/>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F80F87C2-8F4D-7EE9-0A1E-F085AA8875BB}"/>
              </a:ext>
            </a:extLst>
          </p:cNvPr>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p>
            <a:r>
              <a:rPr lang="en-US" dirty="0"/>
              <a:t>Introduction</a:t>
            </a:r>
            <a:endParaRPr lang="fr-FR" dirty="0">
              <a:effectLst/>
            </a:endParaRPr>
          </a:p>
        </p:txBody>
      </p:sp>
      <p:sp>
        <p:nvSpPr>
          <p:cNvPr id="1290" name="Google Shape;1290;p28">
            <a:extLst>
              <a:ext uri="{FF2B5EF4-FFF2-40B4-BE49-F238E27FC236}">
                <a16:creationId xmlns:a16="http://schemas.microsoft.com/office/drawing/2014/main" id="{4BC4B32B-DB71-B5AA-6B9D-A0D8964AA7DC}"/>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grpSp>
        <p:nvGrpSpPr>
          <p:cNvPr id="1291" name="Google Shape;1291;p28">
            <a:extLst>
              <a:ext uri="{FF2B5EF4-FFF2-40B4-BE49-F238E27FC236}">
                <a16:creationId xmlns:a16="http://schemas.microsoft.com/office/drawing/2014/main" id="{5051C0B6-1C14-2013-8AA9-ADB0190B075C}"/>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E8CF460D-EE44-8367-AABB-636D60B075FD}"/>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B3F7F8C1-45DB-E779-29D8-B79C59163745}"/>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934963EA-6C15-9DFA-A625-9C4BC05211C9}"/>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5798778C-3B9C-5A90-B067-C53E47749A47}"/>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971A8240-E0DC-0327-1466-15AFD86CC2BA}"/>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1019D2DD-7508-78BE-D79E-4329A77B9303}"/>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4E0BCC34-6C01-97C9-51FB-84B066502B0F}"/>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774D5E57-4DB9-0BE8-9281-D93CA87C0EB8}"/>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C98B46F1-1797-4763-BD64-4913E67343B2}"/>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50DF4133-178A-A97C-0FB6-5B63588668E1}"/>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540EF448-07F6-85B5-BB53-925C4D477072}"/>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874034C2-3809-C93D-C720-06CA801D2E24}"/>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EF4C3521-E264-9D48-A06C-6B03EEE35A5B}"/>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FC59F9A4-118B-B25E-5302-B311C6F7E6A0}"/>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4DC5814D-31DB-BD11-22F3-B695059AA9A0}"/>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34F3AD07-0230-FE5F-81DE-BE9F1BB86A47}"/>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28E1CDB2-6DDB-282C-7B34-9DAA772CD627}"/>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CDD42E5F-9510-7AF9-5C46-046F7165C7BF}"/>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F6EE2655-DC88-BAE2-AC2E-B2D40A1D539B}"/>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F3201488-39B6-02FF-BF93-3C89A5D1C58C}"/>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1E4DAC41-7846-049E-D27E-816E3CC9BEDF}"/>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08AB1E84-1F2B-FC21-5E22-27D0DB81A784}"/>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73DE24E6-C741-9808-6CC8-928EE02F1B4D}"/>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BA8D2F8D-802D-C2BE-DD25-3CA06FCE03F1}"/>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7ADC6979-0385-AFB3-6391-DA00E132FF98}"/>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DC126BD2-CF29-1EEF-1DE5-F402E76339AC}"/>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7C4ADFCA-4D3B-3A6C-4E71-F621C265D721}"/>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D44F9C71-D2A4-D7E0-FFFC-5202D893E684}"/>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A949EBCD-3DA8-ECEC-ED33-893D00957958}"/>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659FFB2D-49CF-13FC-75DF-7FBD75B530C3}"/>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1D019B4E-01F1-56D0-E3C1-0FB553FC25EC}"/>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2C17D8CC-F38D-E636-678F-781195BC6789}"/>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C65CA567-BEDD-B21D-9968-7AF92B00DA37}"/>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2C29B87E-4FCC-8E62-E8CE-35B14BA74507}"/>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A1D142DE-F56C-5160-B724-B0BC64809B46}"/>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161C0D74-7546-071F-E27F-BC6770ECB439}"/>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60B0C0A6-1990-604F-0162-9E34183A9294}"/>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0864C590-80A7-5A6B-B12F-F6668F17F7A1}"/>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26377FDE-9758-6A63-0A9E-72EFE04DE0AA}"/>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335C78A0-2B29-6CCE-FF5E-27A49D77FECE}"/>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15A92ED9-F55B-8E34-26D7-419389E3EE72}"/>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B2918A0F-8146-E62E-4C07-E83EF8679106}"/>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74E72A24-028A-8EA8-7115-8AAD5FA5F078}"/>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3C1637EE-D078-9946-138D-ACA28470FC7D}"/>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A924BF27-7E66-1F02-5BAF-43FE9C849D6E}"/>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B2C86E34-F944-EA1E-8998-59336B088544}"/>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2E83ED94-3A88-79A4-2F8E-0AD85E535FA2}"/>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C39641D6-ECE2-7CF1-6E33-CE8FF37474FB}"/>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69543C46-6AF3-BCD6-67EB-20E999043FFF}"/>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310873E7-6B73-E081-CA5E-B9873031AD6B}"/>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7DC6617F-B622-CADE-116D-90FB60112257}"/>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BA9E0AE0-524C-CD94-971E-A6D3401EAFDD}"/>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7A4CF145-6916-5251-2EF1-273036B5A610}"/>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9BCFE925-9A92-FEE2-431D-B4428532AA38}"/>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7B12C031-97EF-BE1C-B579-DB4225D8396C}"/>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9261D133-18D2-9B89-3370-FF047F58FDF1}"/>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6532D9DE-E983-F3D2-5EDB-73FF26C94F9F}"/>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77FBFDCA-05B8-C69A-3ABE-C704871FAA00}"/>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05326339-1A44-6110-5E6E-979A07D2F9DF}"/>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C22593E2-8A31-F374-FE01-3E2DF478127D}"/>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A09EA408-F353-48A6-33AD-404FFF68D27C}"/>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50350909-F8F5-DCB3-FCE0-5FDB731E120A}"/>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8B5867A0-ED65-DDC2-8A6D-71EDB94F802B}"/>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31B9A96E-43AD-2960-9F50-6CDC162C45FE}"/>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9E377198-BB77-205D-EDE8-F4159354E0B2}"/>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1626722B-C95E-79E3-4B00-8A28086482E1}"/>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162E166B-A431-51C7-D9D2-55895D5E76E7}"/>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4248ADD3-A55F-2E41-1BCD-69B84DE3124D}"/>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A3C789C8-0217-9D0B-D318-4E3CA2F3FBF6}"/>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8CA77B18-588C-08CF-750A-F2C86BF50763}"/>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591A7900-97E2-8D28-BBC7-B38E13935796}"/>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5F32ACE3-536F-B710-8F00-5D3626BFDC4B}"/>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C5F43742-B626-A2E2-CCA2-26D0F882F6DF}"/>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8E8523F5-2358-6077-795E-E30FAF7E7210}"/>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95C06091-6079-CB7C-E4B9-74B49641797A}"/>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8E566064-6C77-A086-6F5C-A1B2F38115AB}"/>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AECECF7D-092C-F736-E071-495727C53E89}"/>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07E88E87-F17E-F725-9968-3DF63525C36D}"/>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D61113EF-7568-543D-DC4F-674AD7BC1038}"/>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1BCF0148-B73F-6FA6-FAB2-3EF26005268F}"/>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3A18334D-69D7-D636-04E7-CEFCF2F784B8}"/>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5B5FEC1F-664B-30E7-5EB7-93CFABEDC6EC}"/>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9F55CE67-C825-CE7C-9284-4DB79EDCB09D}"/>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CC08927F-7D05-EAEC-FDDE-694215AF5917}"/>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A07F8665-3430-1316-1CF6-425EAE20D79C}"/>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9122620F-B736-F253-6E92-C68D97995FAB}"/>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62501477-CE63-9006-0D4E-8267AB98A3C1}"/>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D37AEF1D-47A2-51AE-C492-F186FB2ACBF0}"/>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27A577DF-494D-49A4-FC86-41242F80A6C5}"/>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F1217006-A6BE-D689-C468-2725DCEC815C}"/>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69711E67-4122-33A0-F516-9C6BE4D1FF92}"/>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69AC0857-B2D8-6D14-88D7-2AB2188B9E19}"/>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6EA07B3A-A8E5-8F5C-F036-6C74AA260716}"/>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FAEBF786-003E-5A85-8F8F-BD2F5A6B35DD}"/>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4C632059-0701-5D02-C8DB-B58FFF80C15D}"/>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253D9C32-5DA2-57F7-06C3-AD9BD33A7F5B}"/>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C0D3E94B-7C58-84BF-7FF1-4FD5549C2F03}"/>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E1F47167-F5DD-36C7-04DA-BC744D7C6CB2}"/>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344D83FC-41C3-F531-6FD6-94FC188B34FF}"/>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95226006-0F8E-B88F-1970-0D7AC18A3176}"/>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6EABBD2F-1C06-3031-0041-C495AFED62E9}"/>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9619DA34-F9BD-7ECE-DBF8-0E40A8889B8B}"/>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00997197-DFF8-B799-9786-D6129B369533}"/>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EE1A9EAB-CE7A-5662-42A3-4B693E1EE887}"/>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8903A06E-B476-9D52-90CA-3CE76F07D88C}"/>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9AB06090-DD5B-73BC-4224-5A93D4B4CAFD}"/>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08AF78C0-4C84-4052-49F7-F86C89324F37}"/>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9046E599-013E-423D-79FE-3A9E8AB962E9}"/>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61F91500-BAF6-F6BE-33FD-680D7E111DE9}"/>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F3CB9355-EDB4-4B25-0CFA-87ECBEB72DC6}"/>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9DF68BBB-40BD-42FF-EFFC-2E1BB9053882}"/>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15877E34-2998-DCD8-BFC3-7A41EB8B997A}"/>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EDD0F100-E044-4AF9-90A3-32864EDAAF4D}"/>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AAAA6DAC-EF0F-E056-AA48-269503DE2CFE}"/>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5B154E43-909E-6462-7267-9C5148D3A9E3}"/>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EC69B422-EBA1-4405-9B2C-BAD695CE930E}"/>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9722CF7F-EEB3-1347-3D24-4BDDDF30979C}"/>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2B8C6424-8317-787C-3594-13B6485AB3B6}"/>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82D94069-2CD5-BC2E-B22B-6408EBAC479D}"/>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B192DEF3-50C7-D827-15C3-2903722BD4F9}"/>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EF2D8A6B-409A-18C6-2288-3DFC52E4EADB}"/>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ACABFC7D-AFEB-29F8-8968-F2F9429002B1}"/>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8B2313FA-8EF2-06A2-8733-017FC2D23871}"/>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2451F741-FAA3-104F-211A-4844C0813FE5}"/>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A093DBCB-315C-7A83-330C-7D90C80E71F9}"/>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68B4F84C-4294-BDBE-EE89-0B6E65217C2C}"/>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1991C314-F171-13B6-DBD4-7DD647064F19}"/>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0A3856B4-2FB8-B1E3-43A7-E191F8FFBFCB}"/>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84519430-E92B-3EBE-AB21-1F4C83BB8C34}"/>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81D6E419-1B98-E74C-A00A-EFCB635637C7}"/>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17CE8E90-3D1B-3CA1-DCE4-84F78809EEF8}"/>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F4EC218A-E4DD-8C07-9BAE-2BC806CC665F}"/>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BA858883-FE18-9130-F2C2-E1BF73A6CCC7}"/>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254281B9-A177-072D-902A-2319AAEBC6DE}"/>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60B9D1FE-27FA-C1A9-E37E-1A1BA76FBE62}"/>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0E17B48D-434D-3CD6-ABB0-3B87F8935D64}"/>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EB80901E-7F2C-FF71-3875-B684BED7B654}"/>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430409B3-6B6A-50DB-1A5B-862F2333836E}"/>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92C9A204-4B58-F0DC-E55B-FA2D0376BE4D}"/>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268E9D7B-428B-0AF0-C268-785734984251}"/>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8927A34E-AEBE-032A-73C9-E50D0217EF6C}"/>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821D933C-97EC-4663-2B96-A12A2DF51DAA}"/>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F61ACAFA-F822-79E1-6D10-6119767907D2}"/>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B7C8D33C-FBBD-0C17-17EE-A9CE7D43D015}"/>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260A61FB-B2EB-2119-EA7F-5ADABF50E763}"/>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E90ABB51-EA6C-20CB-E0E4-037D27210229}"/>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92D19496-B16E-DF92-64D5-9BC591251AFD}"/>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D4A82C9B-062B-AEE3-02B3-46219A0E7809}"/>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D4880EDA-6815-D223-D7AC-1B35997B14BB}"/>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0DC3B2DE-938E-8FBA-4DCA-BA157ADC4730}"/>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1C972F8A-F4F3-9B15-FD34-1132CC6E8E77}"/>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07C3110A-9EB8-CBC7-5F89-3545E7359046}"/>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247B9A49-DA15-5305-72DE-2B2CB8E9ECD5}"/>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BF121779-E9D2-3723-F214-A396ABBC62F1}"/>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D55BBF21-0D35-D57E-CB5E-A7C9618E63C1}"/>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9B49D18C-E098-9163-E3CE-08A4E2D92ED7}"/>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C9C48A68-0CA4-5476-2D17-ECCC036AF93B}"/>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B9DEB789-BC30-3132-2DE6-33F73F7FAD28}"/>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B7EF1CC2-0045-920A-DD0C-DDB6CF04574D}"/>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A9891E76-4016-0ECA-F555-3CC2A9487A68}"/>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4199320D-9A18-D39B-2886-76827F3FF15D}"/>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E0CA1848-5A1A-4524-851F-65AE03A90DC0}"/>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BA29CE0F-F11E-ACE8-9974-DCC900E02087}"/>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113DA38F-ADD6-3887-9D5D-1E2CDEB2EB17}"/>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DE6BBF89-1B29-DFDA-FCF0-28E62799B94E}"/>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91F4A5ED-23FC-B311-B1A2-00E8D9A84D57}"/>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CC51D0C7-00B0-4AD8-3030-CDC5804F4BC7}"/>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CDFB3979-7328-2310-9171-D25A92287389}"/>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8B2A6700-8D80-9581-1971-F3D90C838933}"/>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867AFEAA-A351-FCCC-DBEA-46E61F0343AA}"/>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251ED1BB-A7B9-F39A-CDB1-5A144BB36A92}"/>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E8039D72-967F-761C-9EAA-57057C37D47A}"/>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EB04CD30-9B99-0E89-11F3-BA366D2C985E}"/>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7631304C-8545-2F66-EB17-A5EA212271F4}"/>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6D76648A-D350-D6EB-C97C-B96F814AE045}"/>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6EE634DA-EA4D-7BC2-BB20-E739B76A27A5}"/>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C246DB13-3735-E621-0B72-0EBEF418EAA0}"/>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98116255-5689-C6AC-BD2B-F76A7D215361}"/>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7521CDDA-2174-8AFE-F21E-6AF1A92BFACF}"/>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9235D645-A148-4E14-18C6-EF2F3C065158}"/>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AB19A57E-75C1-014B-9ED1-53D8C4319D7C}"/>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86883940-1F1E-6C2B-C9C0-EFBE1C326CCB}"/>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D995FCBC-5DCC-426A-F702-8D010BD6CA95}"/>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FF7278B4-BF5C-C003-40BE-0E8DE20A86D9}"/>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E105BF12-A503-A6ED-4B77-91ECF9CCF652}"/>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BE632DC8-B469-0B0D-0CD5-98944BD9D72D}"/>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C75DE3A5-2D9E-8D96-174E-4BF70EF7EAFB}"/>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A2E1B30A-B1F1-A614-C0D2-C49CB2A71C04}"/>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9E7B0856-4AF8-AE5D-C697-AEC305C7926F}"/>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7CE07303-2777-6720-D238-7DD2BA37638C}"/>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CF647019-4596-945E-900D-85C816C268D2}"/>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2A96BB98-1C83-5F42-D8B8-4300B822B6DF}"/>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CFAE5321-90C0-F544-03D9-9A3B51BC0EB6}"/>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195C2806-1849-93CE-85D4-E0F98C4B3B7C}"/>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9FD296AA-E0B9-7FF3-EA86-4799CC095711}"/>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638280D4-F64F-EC9C-0DEA-C002C7F27E5D}"/>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D2E5AC57-FB88-1627-CAE2-79717EABE70C}"/>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E1A218AC-B26E-D1B3-A765-F059509F84F3}"/>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79BE7819-EC32-2DCC-D123-F66D2A18024D}"/>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F0FA8C3A-E6CB-787E-E3BC-0736FE58B93F}"/>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63CC28D4-F253-5A1B-AB06-0AC0B13B2500}"/>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B6E9C654-0A14-B7A3-4707-45714314B739}"/>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4584DBEE-558F-554E-1F8F-4FF8DBC9BF53}"/>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FBA9FB11-B84A-BBA1-947A-766399C58591}"/>
              </a:ext>
            </a:extLst>
          </p:cNvPr>
          <p:cNvSpPr txBox="1"/>
          <p:nvPr/>
        </p:nvSpPr>
        <p:spPr>
          <a:xfrm>
            <a:off x="8660780" y="4728117"/>
            <a:ext cx="483220" cy="307777"/>
          </a:xfrm>
          <a:prstGeom prst="rect">
            <a:avLst/>
          </a:prstGeom>
          <a:noFill/>
        </p:spPr>
        <p:txBody>
          <a:bodyPr wrap="square" rtlCol="0">
            <a:spAutoFit/>
          </a:bodyPr>
          <a:lstStyle/>
          <a:p>
            <a:pPr algn="r"/>
            <a:r>
              <a:rPr lang="fr-FR" dirty="0"/>
              <a:t>2</a:t>
            </a:r>
          </a:p>
        </p:txBody>
      </p:sp>
    </p:spTree>
    <p:extLst>
      <p:ext uri="{BB962C8B-B14F-4D97-AF65-F5344CB8AC3E}">
        <p14:creationId xmlns:p14="http://schemas.microsoft.com/office/powerpoint/2010/main" val="1544217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2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p>
            <a:pPr marL="0" lvl="0" indent="0"/>
            <a:r>
              <a:rPr lang="fr-FR" dirty="0"/>
              <a:t>Ce projet vise à créer un système distribué permettant de surveiller en temps réel la température et l'humidité à l'aide de capteurs. La surveillance environnementale est essentielle dans de nombreux domaines tels que l'agriculture, l'industrie, ou encore la domotique, pour garantir des conditions optimales et prévenir les risques liés aux variations climatiques</a:t>
            </a:r>
            <a:endParaRPr dirty="0"/>
          </a:p>
        </p:txBody>
      </p:sp>
      <p:sp>
        <p:nvSpPr>
          <p:cNvPr id="1213" name="Google Shape;1213;p2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p>
            <a:pPr lvl="0"/>
            <a:r>
              <a:rPr lang="fr-FR" dirty="0"/>
              <a:t>Introduction :</a:t>
            </a:r>
            <a:endParaRPr dirty="0"/>
          </a:p>
        </p:txBody>
      </p:sp>
      <p:pic>
        <p:nvPicPr>
          <p:cNvPr id="1214" name="Google Shape;1214;p27"/>
          <p:cNvPicPr preferRelativeResize="0">
            <a:picLocks noGrp="1"/>
          </p:cNvPicPr>
          <p:nvPr>
            <p:ph type="pic" idx="2"/>
          </p:nvPr>
        </p:nvPicPr>
        <p:blipFill rotWithShape="1">
          <a:blip r:embed="rId3">
            <a:alphaModFix/>
          </a:blip>
          <a:srcRect l="27151" r="27146"/>
          <a:stretch/>
        </p:blipFill>
        <p:spPr>
          <a:xfrm>
            <a:off x="5019725" y="965076"/>
            <a:ext cx="2203377" cy="3213350"/>
          </a:xfrm>
          <a:prstGeom prst="rect">
            <a:avLst/>
          </a:prstGeom>
        </p:spPr>
      </p:pic>
      <p:grpSp>
        <p:nvGrpSpPr>
          <p:cNvPr id="1215" name="Google Shape;1215;p27"/>
          <p:cNvGrpSpPr/>
          <p:nvPr/>
        </p:nvGrpSpPr>
        <p:grpSpPr>
          <a:xfrm>
            <a:off x="6964178" y="2817557"/>
            <a:ext cx="1466650" cy="1625713"/>
            <a:chOff x="6964178" y="2817557"/>
            <a:chExt cx="1466650" cy="1625713"/>
          </a:xfrm>
        </p:grpSpPr>
        <p:sp>
          <p:nvSpPr>
            <p:cNvPr id="1216" name="Google Shape;1216;p27"/>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DD5DF0C3-BC78-8645-EB7D-A20870185647}"/>
              </a:ext>
            </a:extLst>
          </p:cNvPr>
          <p:cNvSpPr txBox="1"/>
          <p:nvPr/>
        </p:nvSpPr>
        <p:spPr>
          <a:xfrm>
            <a:off x="8660780" y="4728117"/>
            <a:ext cx="483220" cy="307777"/>
          </a:xfrm>
          <a:prstGeom prst="rect">
            <a:avLst/>
          </a:prstGeom>
          <a:noFill/>
        </p:spPr>
        <p:txBody>
          <a:bodyPr wrap="square" rtlCol="0">
            <a:spAutoFit/>
          </a:bodyPr>
          <a:lstStyle/>
          <a:p>
            <a:pPr algn="r"/>
            <a:r>
              <a:rPr lang="fr-FR" dirty="0"/>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130550" y="2495575"/>
            <a:ext cx="4300200" cy="1427850"/>
          </a:xfrm>
          <a:prstGeom prst="rect">
            <a:avLst/>
          </a:prstGeom>
        </p:spPr>
        <p:txBody>
          <a:bodyPr spcFirstLastPara="1" wrap="square" lIns="91425" tIns="91425" rIns="91425" bIns="91425" anchor="t" anchorCtr="0">
            <a:noAutofit/>
          </a:bodyPr>
          <a:lstStyle/>
          <a:p>
            <a:pPr marL="0" lvl="0" indent="0"/>
            <a:r>
              <a:rPr lang="fr-FR" dirty="0"/>
              <a:t>Architecture du Système</a:t>
            </a:r>
          </a:p>
        </p:txBody>
      </p:sp>
      <p:sp>
        <p:nvSpPr>
          <p:cNvPr id="1290" name="Google Shape;1290;p28"/>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F380E49C-AF7D-97E5-59FF-4E4C7407BACB}"/>
              </a:ext>
            </a:extLst>
          </p:cNvPr>
          <p:cNvSpPr txBox="1"/>
          <p:nvPr/>
        </p:nvSpPr>
        <p:spPr>
          <a:xfrm>
            <a:off x="8660780" y="4728117"/>
            <a:ext cx="483220" cy="307777"/>
          </a:xfrm>
          <a:prstGeom prst="rect">
            <a:avLst/>
          </a:prstGeom>
          <a:noFill/>
        </p:spPr>
        <p:txBody>
          <a:bodyPr wrap="square" rtlCol="0">
            <a:spAutoFit/>
          </a:bodyPr>
          <a:lstStyle/>
          <a:p>
            <a:pPr algn="r"/>
            <a:r>
              <a:rPr lang="fr-FR" dirty="0"/>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500" name="Google Shape;1500;p29"/>
          <p:cNvSpPr txBox="1">
            <a:spLocks noGrp="1"/>
          </p:cNvSpPr>
          <p:nvPr>
            <p:ph type="title"/>
          </p:nvPr>
        </p:nvSpPr>
        <p:spPr>
          <a:xfrm>
            <a:off x="716550" y="898874"/>
            <a:ext cx="7710900" cy="572700"/>
          </a:xfrm>
          <a:prstGeom prst="rect">
            <a:avLst/>
          </a:prstGeom>
        </p:spPr>
        <p:txBody>
          <a:bodyPr spcFirstLastPara="1" wrap="square" lIns="91425" tIns="91425" rIns="91425" bIns="91425" anchor="t" anchorCtr="0">
            <a:noAutofit/>
          </a:bodyPr>
          <a:lstStyle/>
          <a:p>
            <a:r>
              <a:rPr lang="en-US" dirty="0"/>
              <a:t>Architecture du Système :</a:t>
            </a:r>
            <a:endParaRPr lang="fr-FR" dirty="0">
              <a:effectLst/>
            </a:endParaRPr>
          </a:p>
        </p:txBody>
      </p:sp>
      <p:grpSp>
        <p:nvGrpSpPr>
          <p:cNvPr id="1504" name="Google Shape;1504;p29"/>
          <p:cNvGrpSpPr/>
          <p:nvPr/>
        </p:nvGrpSpPr>
        <p:grpSpPr>
          <a:xfrm>
            <a:off x="722506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p:cNvGrpSpPr/>
          <p:nvPr/>
        </p:nvGrpSpPr>
        <p:grpSpPr>
          <a:xfrm>
            <a:off x="6959933" y="2357479"/>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p:cNvGrpSpPr/>
          <p:nvPr/>
        </p:nvGrpSpPr>
        <p:grpSpPr>
          <a:xfrm>
            <a:off x="6414297" y="1204526"/>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1212;p27">
            <a:extLst>
              <a:ext uri="{FF2B5EF4-FFF2-40B4-BE49-F238E27FC236}">
                <a16:creationId xmlns:a16="http://schemas.microsoft.com/office/drawing/2014/main" id="{75ABA262-1AC4-2BA1-442B-9EEBD35D2BCA}"/>
              </a:ext>
            </a:extLst>
          </p:cNvPr>
          <p:cNvSpPr txBox="1">
            <a:spLocks noGrp="1"/>
          </p:cNvSpPr>
          <p:nvPr>
            <p:ph type="subTitle" idx="1"/>
          </p:nvPr>
        </p:nvSpPr>
        <p:spPr>
          <a:xfrm>
            <a:off x="766860" y="1704396"/>
            <a:ext cx="4306500" cy="2772713"/>
          </a:xfrm>
          <a:prstGeom prst="rect">
            <a:avLst/>
          </a:prstGeom>
        </p:spPr>
        <p:txBody>
          <a:bodyPr spcFirstLastPara="1" wrap="square" lIns="91425" tIns="91425" rIns="91425" bIns="91425" anchor="t" anchorCtr="0">
            <a:noAutofit/>
          </a:bodyPr>
          <a:lstStyle/>
          <a:p>
            <a:pPr marL="0" lvl="0" indent="0"/>
            <a:r>
              <a:rPr lang="fr-FR" dirty="0"/>
              <a:t>Le système est composé de plusieurs éléments clés : </a:t>
            </a:r>
          </a:p>
          <a:p>
            <a:pPr marL="0" lvl="0" indent="0"/>
            <a:endParaRPr lang="fr-FR" dirty="0"/>
          </a:p>
          <a:p>
            <a:pPr marL="171450" lvl="0" indent="-171450">
              <a:buFont typeface="Arial" panose="020B0604020202020204" pitchFamily="34" charset="0"/>
              <a:buChar char="•"/>
            </a:pPr>
            <a:r>
              <a:rPr lang="fr-FR" dirty="0"/>
              <a:t>Des capteurs (clients) qui mesurent la température et l'humidité et envoient ces données à distance.</a:t>
            </a:r>
          </a:p>
          <a:p>
            <a:pPr marL="171450" lvl="0" indent="-171450">
              <a:buFont typeface="Arial" panose="020B0604020202020204" pitchFamily="34" charset="0"/>
              <a:buChar char="•"/>
            </a:pPr>
            <a:r>
              <a:rPr lang="fr-FR" dirty="0"/>
              <a:t> Un serveur central qui collecte, stocke et traite les données reçues. Une base de données pour conserver l'historique des mesures. </a:t>
            </a:r>
          </a:p>
          <a:p>
            <a:pPr marL="171450" lvl="0" indent="-171450">
              <a:buFont typeface="Arial" panose="020B0604020202020204" pitchFamily="34" charset="0"/>
              <a:buChar char="•"/>
            </a:pPr>
            <a:r>
              <a:rPr lang="fr-FR" dirty="0"/>
              <a:t>Une interface utilisateur web pour visualiser les données et interagir avec le système. </a:t>
            </a:r>
          </a:p>
          <a:p>
            <a:pPr marL="171450" lvl="0" indent="-171450">
              <a:buFont typeface="Arial" panose="020B0604020202020204" pitchFamily="34" charset="0"/>
              <a:buChar char="•"/>
            </a:pPr>
            <a:r>
              <a:rPr lang="fr-FR" dirty="0"/>
              <a:t>Les capteurs communiquent avec le serveur via RMI (Remote Method Invocation), une technologie Java permettant l'échange de données à distance. </a:t>
            </a:r>
          </a:p>
          <a:p>
            <a:pPr marL="171450" lvl="0" indent="-171450">
              <a:buFont typeface="Arial" panose="020B0604020202020204" pitchFamily="34" charset="0"/>
              <a:buChar char="•"/>
            </a:pPr>
            <a:r>
              <a:rPr lang="fr-FR" dirty="0"/>
              <a:t>Le serveur utilise le Framework Spring Boot pour exposer des API REST, facilitant l'accès aux données et leur gestion.</a:t>
            </a:r>
            <a:endParaRPr dirty="0"/>
          </a:p>
        </p:txBody>
      </p:sp>
      <p:sp>
        <p:nvSpPr>
          <p:cNvPr id="25" name="AutoShape 2">
            <a:extLst>
              <a:ext uri="{FF2B5EF4-FFF2-40B4-BE49-F238E27FC236}">
                <a16:creationId xmlns:a16="http://schemas.microsoft.com/office/drawing/2014/main" id="{59B1C574-3ED2-90C3-362A-060A36411123}"/>
              </a:ext>
            </a:extLst>
          </p:cNvPr>
          <p:cNvSpPr>
            <a:spLocks noChangeAspect="1" noChangeArrowheads="1"/>
          </p:cNvSpPr>
          <p:nvPr/>
        </p:nvSpPr>
        <p:spPr bwMode="auto">
          <a:xfrm>
            <a:off x="4419600" y="2419350"/>
            <a:ext cx="2666490" cy="26664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TextBox 1">
            <a:extLst>
              <a:ext uri="{FF2B5EF4-FFF2-40B4-BE49-F238E27FC236}">
                <a16:creationId xmlns:a16="http://schemas.microsoft.com/office/drawing/2014/main" id="{975274AC-C0A4-C465-54CE-BFB7A4F01CA2}"/>
              </a:ext>
            </a:extLst>
          </p:cNvPr>
          <p:cNvSpPr txBox="1"/>
          <p:nvPr/>
        </p:nvSpPr>
        <p:spPr>
          <a:xfrm>
            <a:off x="8660780" y="4728117"/>
            <a:ext cx="483220" cy="307777"/>
          </a:xfrm>
          <a:prstGeom prst="rect">
            <a:avLst/>
          </a:prstGeom>
          <a:noFill/>
        </p:spPr>
        <p:txBody>
          <a:bodyPr wrap="square" rtlCol="0">
            <a:spAutoFit/>
          </a:bodyPr>
          <a:lstStyle/>
          <a:p>
            <a:pPr algn="r"/>
            <a:r>
              <a:rPr lang="fr-FR" dirty="0"/>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0"/>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lvl="0"/>
            <a:r>
              <a:rPr lang="en-US" dirty="0"/>
              <a:t>Architecture du Système :</a:t>
            </a:r>
            <a:endParaRPr lang="fr-FR" dirty="0"/>
          </a:p>
        </p:txBody>
      </p:sp>
      <p:pic>
        <p:nvPicPr>
          <p:cNvPr id="14" name="Picture 13" descr="A screenshot of a computer screen&#10;&#10;AI-generated content may be incorrect.">
            <a:extLst>
              <a:ext uri="{FF2B5EF4-FFF2-40B4-BE49-F238E27FC236}">
                <a16:creationId xmlns:a16="http://schemas.microsoft.com/office/drawing/2014/main" id="{8CC56ED3-65A4-EF24-3D6C-85ABC9F8E50B}"/>
              </a:ext>
            </a:extLst>
          </p:cNvPr>
          <p:cNvPicPr>
            <a:picLocks noChangeAspect="1"/>
          </p:cNvPicPr>
          <p:nvPr/>
        </p:nvPicPr>
        <p:blipFill>
          <a:blip r:embed="rId3"/>
          <a:stretch>
            <a:fillRect/>
          </a:stretch>
        </p:blipFill>
        <p:spPr>
          <a:xfrm>
            <a:off x="1381247" y="1221946"/>
            <a:ext cx="6381505" cy="3481959"/>
          </a:xfrm>
          <a:prstGeom prst="rect">
            <a:avLst/>
          </a:prstGeom>
        </p:spPr>
      </p:pic>
      <p:sp>
        <p:nvSpPr>
          <p:cNvPr id="2" name="TextBox 1">
            <a:extLst>
              <a:ext uri="{FF2B5EF4-FFF2-40B4-BE49-F238E27FC236}">
                <a16:creationId xmlns:a16="http://schemas.microsoft.com/office/drawing/2014/main" id="{1C53B4AE-1504-5DEE-A6DF-F30623320B3F}"/>
              </a:ext>
            </a:extLst>
          </p:cNvPr>
          <p:cNvSpPr txBox="1"/>
          <p:nvPr/>
        </p:nvSpPr>
        <p:spPr>
          <a:xfrm>
            <a:off x="8660780" y="4728117"/>
            <a:ext cx="483220" cy="307777"/>
          </a:xfrm>
          <a:prstGeom prst="rect">
            <a:avLst/>
          </a:prstGeom>
          <a:noFill/>
        </p:spPr>
        <p:txBody>
          <a:bodyPr wrap="square" rtlCol="0">
            <a:spAutoFit/>
          </a:bodyPr>
          <a:lstStyle/>
          <a:p>
            <a:pPr algn="r"/>
            <a:r>
              <a:rPr lang="fr-FR" dirty="0"/>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407EAECC-1D77-FF03-3BA9-10CB9892580F}"/>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82FDE3CF-13B0-0E7C-E0AA-40170961B30F}"/>
              </a:ext>
            </a:extLst>
          </p:cNvPr>
          <p:cNvSpPr txBox="1">
            <a:spLocks noGrp="1"/>
          </p:cNvSpPr>
          <p:nvPr>
            <p:ph type="title"/>
          </p:nvPr>
        </p:nvSpPr>
        <p:spPr>
          <a:xfrm>
            <a:off x="4130550" y="2495575"/>
            <a:ext cx="4300200" cy="1427850"/>
          </a:xfrm>
          <a:prstGeom prst="rect">
            <a:avLst/>
          </a:prstGeom>
        </p:spPr>
        <p:txBody>
          <a:bodyPr spcFirstLastPara="1" wrap="square" lIns="91425" tIns="91425" rIns="91425" bIns="91425" anchor="t" anchorCtr="0">
            <a:noAutofit/>
          </a:bodyPr>
          <a:lstStyle/>
          <a:p>
            <a:pPr lvl="0"/>
            <a:r>
              <a:rPr lang="en-US" dirty="0" err="1"/>
              <a:t>Fonctionnalités</a:t>
            </a:r>
            <a:r>
              <a:rPr lang="en-US" dirty="0"/>
              <a:t> </a:t>
            </a:r>
            <a:r>
              <a:rPr lang="en-US" dirty="0" err="1"/>
              <a:t>Réalisées</a:t>
            </a:r>
            <a:endParaRPr lang="fr-FR" dirty="0"/>
          </a:p>
        </p:txBody>
      </p:sp>
      <p:sp>
        <p:nvSpPr>
          <p:cNvPr id="1290" name="Google Shape;1290;p28">
            <a:extLst>
              <a:ext uri="{FF2B5EF4-FFF2-40B4-BE49-F238E27FC236}">
                <a16:creationId xmlns:a16="http://schemas.microsoft.com/office/drawing/2014/main" id="{DD58EB44-301A-42DC-6395-4E5E9ADECBE6}"/>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grpSp>
        <p:nvGrpSpPr>
          <p:cNvPr id="1291" name="Google Shape;1291;p28">
            <a:extLst>
              <a:ext uri="{FF2B5EF4-FFF2-40B4-BE49-F238E27FC236}">
                <a16:creationId xmlns:a16="http://schemas.microsoft.com/office/drawing/2014/main" id="{4BC9C44B-297D-23E8-8099-C3A556393C19}"/>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4754C3FC-E8AA-AB85-FA18-6BA5825DC51B}"/>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02C98C98-3FD6-8593-D334-8EBC5AC26348}"/>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390A7D20-5663-0C39-5670-F2DB95A92BBE}"/>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B67D3272-2691-E2C2-84B5-0D36CBFFC6BB}"/>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0C1724B5-9135-DBEA-7E40-55DD941DE664}"/>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A4578DD1-FF9F-4938-B393-F09013004F81}"/>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AC118197-21F5-23CE-CEB5-DEB8A395CD85}"/>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5F264CB3-16CF-A581-788B-3E43CC4E0F79}"/>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210AAFAC-7045-4529-DCD1-8EB2BE7E6D58}"/>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910213CF-21E5-B98A-3952-8651036F1197}"/>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B68C04EA-D026-0443-53E2-CAD6CB8367B7}"/>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3D349EF7-018F-FBF0-918B-DAD6095C1502}"/>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F5EDF320-1888-4888-995D-286BC8B50795}"/>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495ED96D-97AE-01A0-1423-3572FAB82B75}"/>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FD675344-8841-327E-B975-094073846875}"/>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628CFC89-0C1E-E903-0B4B-44671DFAE26F}"/>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B8030955-3A91-0C8E-8D8E-F50103C1A27D}"/>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14ECA1EA-78E2-823D-1D1E-3B54B2D02436}"/>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67CBFBFB-84C6-C503-C0E4-A77A4AED107F}"/>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F8995EE7-7B1D-D89C-E6AF-87E5C6CDBCFD}"/>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A4A77783-E5C2-3458-E3A8-EE2BB22F57D1}"/>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AE5124C2-E5A9-51B3-C029-F847EE646A0C}"/>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3858BAA0-94BD-5588-2441-E9A3C177C27A}"/>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63E3F0D4-4167-3860-A270-1EAADC2970D4}"/>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3CFBDEFA-8C8B-DB90-E700-3EA8AB4FAFC6}"/>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D4674820-DC30-24B4-8151-5DBDDADE1CB8}"/>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D7B2CEC4-EAAD-683F-2C5B-3D1B7725BAB9}"/>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889F1A53-C10B-4A7F-7D01-BF77F4C33A6A}"/>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50FDE640-DC4F-A0EC-0A63-354D03BFD2A2}"/>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9760B5B1-CC09-5456-7837-08B9A1AFF2EA}"/>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74B72F31-C03A-6C8C-D94A-02120667BB14}"/>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FAC92DA3-65C2-2B0A-6DE7-C1819E567674}"/>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D1E9A7AE-F3B9-3A76-A1FA-9D0AAA75B50C}"/>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7452EBB9-FD1B-7B46-B2AC-930F6DFEF4FA}"/>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D486A128-BCFB-C759-1648-3AD48B3780DC}"/>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AA76C064-68F3-771D-DEAB-85649ECFD12C}"/>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428ADCA8-949B-6D2E-A7BF-03DDE5FCD964}"/>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7C19D65E-089D-D60A-BBCD-F1DFFD4B33CE}"/>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2EDC9057-B000-45CD-2FDB-EFD82A1BD8DD}"/>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8BD4657B-D950-BBF5-B7DF-0E68B8630041}"/>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D4E897AC-73D2-0448-2EA9-12938893A0EE}"/>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DFDD11B7-706D-4989-8897-0E61EA4A52E1}"/>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28B7880D-0526-C0E1-4767-E601F24E9877}"/>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8CD2D5CA-EA56-4216-CD39-E8A6BA016A46}"/>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C96722A8-95C7-3393-1664-DCF2644C32A9}"/>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8CEA770B-D6CC-C4DC-45C4-3F74578E1267}"/>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70F7AA8D-D822-09C5-C83B-72BEBFF27B2A}"/>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DB05F666-34E4-1A86-C733-168BFBA9DA94}"/>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899E779F-8441-CEC9-010B-F9C81FA379F6}"/>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F268D28C-E949-3776-FFC5-1C817ABF684B}"/>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A239F4AB-043D-1C6D-4140-97C382A439EB}"/>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C8E7154E-600C-3184-B3F6-2F336B5A605B}"/>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50FEC1EF-14E1-EF80-5011-19AB1BB89679}"/>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FAB54B62-A678-C5C7-214B-3CF7F1D92879}"/>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461E8016-FEF3-8C9B-B735-9933778B53E8}"/>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9A954C3B-76D9-CC30-E6B2-0975171D5CDC}"/>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2A4C969D-5D4D-9D17-A6E9-AE10BEB9BEE5}"/>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FA57E63F-5A39-59F9-395E-617BAB843F4C}"/>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DD04DBEC-04D2-222C-526F-5DFFFB64BE6C}"/>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D2157A4A-0630-BEC6-12D2-9C165B677254}"/>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EE78148F-E2CD-123A-5145-C6E30122920E}"/>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B501ADA8-0DF9-A97A-43EF-1007FC29D846}"/>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7604FF06-E620-8AFA-B809-6D977EDE3473}"/>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375B50EB-99B2-6678-6AC4-F311EE98A60B}"/>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ED2D41C1-128D-8354-9E10-C2F81BDD9AD9}"/>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767FBC53-0BE7-8ADE-CF30-F9C2CBD5B79E}"/>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5D885BD3-B09A-2014-F951-DB0B920EB7EE}"/>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8B51CFE9-491F-FA81-F4F8-5AFE4FF70289}"/>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E6E81935-0177-0211-9C0C-B44DCE8E599A}"/>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084C1EC1-9ED6-2F4D-921C-2358B8019562}"/>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2BF05481-7A66-3400-09B7-6DB2DD8F83F6}"/>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3501F1D2-AC2F-A1CB-B758-D478B95096A9}"/>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AE302410-B4FB-2964-C4D4-F8C39FA2EED5}"/>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68114E1F-0BA2-F1D1-DFA5-ACE04F4C9DD1}"/>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A06589E2-0819-5F0B-2C03-56311E85BA26}"/>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C1D78303-5FE9-C9D1-25EA-8DDBE4FC5029}"/>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1E910BC7-FE1B-6E00-ECC5-4F410B1AD6A8}"/>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40C1FB27-7319-4D12-FD4F-57DA7D017330}"/>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01425673-7F7F-A881-1640-6D58F70A2EAD}"/>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173782CB-8B1D-21DF-FF53-11FED1F8320E}"/>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A67F14A0-FB17-3E6E-A8F3-7A0ECDEF3C37}"/>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FC0AC59F-B9BF-93A7-E1C0-4FA8D95F0DF8}"/>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AF4C8958-7970-6D20-2EED-ACEDD4A1A53A}"/>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E25E6DCE-937D-DA4D-FFCA-708B083ED8BC}"/>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25D0BF1D-8EDF-7B28-D767-033A4E02D4E1}"/>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04EA08F2-5225-16A3-EA3C-055D0CC730D4}"/>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2C38C455-FF67-A71D-3BC0-7A26A5022631}"/>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B81BD659-942E-D22B-BA50-9FB1813A2E60}"/>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3329C35E-CE14-D911-904F-29CE0B1E8B43}"/>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69419613-4678-402A-C191-A6DF7BE423AA}"/>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3ADD42C4-509D-B430-6A4A-3F671221DFC4}"/>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4F2E11DB-1601-F2A9-837B-0387C72732F9}"/>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975B4E3C-CBFB-2E49-1EA5-DE53E0B34462}"/>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93CA4DDD-56BC-81DA-7B39-EEC5D142F159}"/>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E45C862D-9EF3-68C8-9A31-83A2537993EE}"/>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45D91AC0-E07D-E4E0-76D2-9AB952CA7619}"/>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8C87A319-3177-10D1-7649-EB7CCB6778DC}"/>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0309DD76-3AB0-FAC3-C8E7-1D81E84E97FD}"/>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61FAFC88-D5CA-99F8-DDC4-41F6EAC1DD9F}"/>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FB2A0938-CC8D-87A9-AB36-60949BA96531}"/>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36639499-36AB-DB6A-8189-FE14C8F6EF80}"/>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BA75B18F-C45C-3E1B-B02D-EFE28853430A}"/>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36D295BA-8F66-A744-1DC6-7B53D58F3794}"/>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A9FD161F-1736-3E0D-CC83-1C87C9300702}"/>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39CE95C7-90E1-113F-5AF2-65C5C65D6B7F}"/>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8CFA3A76-4580-1AAF-3DA5-76C55DCBD89A}"/>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DCF561B5-B458-5850-7E62-83BE68E81843}"/>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4F29D549-9ECC-2508-4DD5-7BA6892EC4DE}"/>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7DEBC2E6-5853-A34A-8D18-422444263C8D}"/>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1534608F-C0A0-FD8C-7780-80E7A5EB8323}"/>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58D4239D-DEC2-F367-697A-87E903451976}"/>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792D3D45-1E05-EABA-C7A3-11DD35A63B70}"/>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B4B993E5-F5DD-6D43-6037-55A449870A51}"/>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D9CC56D3-D863-945F-3DF3-9DF9BCE658B1}"/>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9C32BA8B-3A0B-97FC-87BA-345771E2BB48}"/>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11E148DD-DD79-BA9F-EF64-9B7091A5A68C}"/>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F9D7C5DB-6E32-7AD8-9600-23AA1FCFEE6D}"/>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D4ABC470-4F95-C8C2-EA03-DF3A339FF9D5}"/>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80A47BF5-C3C4-B79E-EF86-102EBFEFD30C}"/>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7C42A523-5210-DA96-7788-8DF511DB0D5A}"/>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173BF982-5EFF-4A42-3EC5-F63D3A376ED4}"/>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46384D7F-6FE3-A415-6532-783CA080F550}"/>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E9551B8E-6BEE-92EA-D1A2-95673C9FBF2E}"/>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6EAAC682-5401-E23D-3353-FCA6A2F689F9}"/>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35B7FB46-8E68-975E-FD22-7C249A170DD9}"/>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79FEDE1E-CD76-91A3-E026-E6F5507581BB}"/>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85781C95-67B3-DD42-65C7-8AFB5A6DE256}"/>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4FD32B35-68C8-8472-C902-314CFB54C86A}"/>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DF690AD6-B3F0-D2EE-FA30-8F1D34134CCC}"/>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F38ADF76-51BA-28A8-C334-6CB00C6C11B9}"/>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3242A798-E0C3-BA1F-01A3-C3D1FF045542}"/>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688BC30F-95A4-E936-4BBF-93A4DBC7B687}"/>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C2A64F90-6A01-E579-F2B7-01B83D180A6E}"/>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C84E4228-4850-904B-F7B2-D0A539385777}"/>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AC18DD5F-436C-8529-4FAD-EC320C5D0954}"/>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894DD69D-293A-5A8A-2DA1-B0805A3980DD}"/>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3A3DFEF6-149C-7C00-E7BF-7A56C66DF9E1}"/>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949A1DE2-6121-62A5-44B2-23CD47A9F60E}"/>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3FC8D117-0F5A-0069-1C58-D595A295B45A}"/>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EAEACFAE-560A-CCAC-3B64-38C7454EA330}"/>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E8FD7D3A-2339-4519-8058-ACD6893C9118}"/>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6210E187-B76C-1A1D-0A50-E046D50F0F2E}"/>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33D79EFA-4516-BC26-7A53-66A856E8B194}"/>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6E13F30C-5EC2-7A13-F204-B961F21C6BFB}"/>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34EAD030-24AE-F741-133C-72833D3AE3C6}"/>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C5451928-9F0D-0145-6601-71FF946C1657}"/>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0F8AA1C6-B8B8-3795-4162-36BC057CD9C2}"/>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5FD3B0EC-BCD4-EF93-AD8A-A02E7D280A15}"/>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44FCF477-5DCE-DF14-9FA6-FDA20A556721}"/>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45F38628-D5A7-2524-C8DA-1B4AFB42E139}"/>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E62A4B61-B80B-F8D1-85A2-16948F012BCF}"/>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E3222B3F-4089-B88D-9596-549A5F90DE21}"/>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2484969F-6BDA-199D-2C7B-1D68569B5E03}"/>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E7EB8854-54A0-3C66-5DE7-B13CA53AC005}"/>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370F1485-DD99-0597-07B3-A065D519F4E7}"/>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53F199C8-B96A-C218-E27E-B57F1687E952}"/>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8B398E6A-0841-379D-74B8-1FC4C77A434D}"/>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A5F728E7-B356-763F-0664-86DE36920349}"/>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2FE15AEC-09C5-3B9A-3975-4120035172AC}"/>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3B646659-BD8D-F91A-C74F-E3C8936368FF}"/>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3279AF2E-0150-36FE-4470-251114B0513D}"/>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728A01C3-F9F4-1AA2-1CE9-C5C93231DDB7}"/>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DC27D080-17CE-C9AF-A850-55346F1FBC30}"/>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54D4629A-21A7-981A-B20B-5CCFCD1CB05B}"/>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0A1D6839-E58C-C840-B4D8-6681257517D2}"/>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61E1B520-6E41-8026-DCC9-8F9518CEBDBF}"/>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B82F7A13-57E8-BA94-45E3-A1CFD72A369D}"/>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C696CCCB-0700-EA00-8B5A-BE45D71A96F5}"/>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26B35A65-6F4A-2171-EC0D-C6AE15E5A65F}"/>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0C50F0BF-243F-873A-D90C-C1C014567507}"/>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262B1302-E930-30A7-1D4E-660ED5E3D77A}"/>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1EC9DD5B-F643-91D7-8C83-672E3B336CDF}"/>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784D64DA-47E9-E28E-607B-D3C2C9D082C9}"/>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6C3131E9-7815-0058-17FC-5BA4C32F0318}"/>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94B9F683-3F38-9609-2CA7-A5C684C54658}"/>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848441EC-9CE3-F332-0554-CBDF38BF5FB8}"/>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D6C1E5A3-42C4-B22E-44F5-0ED970FB67DA}"/>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3FFDCC4C-1CCE-B450-36B2-0D3CEF0172F0}"/>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ED25B573-9160-C424-1E29-BCADDDB92DD7}"/>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BE4D241E-9817-CD71-C8D7-64A23B8172E7}"/>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6666B1EB-5DF8-F8EF-A4BB-81C1E8D644C9}"/>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27B17A2F-0DAF-4416-D45D-6C47E0EFBF56}"/>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0DAC58C7-01DD-ECB5-8734-90904CBF31DE}"/>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61458990-3CED-B19C-65AD-E1376C88A4C2}"/>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F483BDCC-5D44-20D6-9872-4BA7C578AC79}"/>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14A7B009-3660-941E-1008-272053300A63}"/>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8D245C52-4FDE-1746-D019-920C1093E0CD}"/>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B1842411-7DE9-1BE9-08B5-2C7A4DF4DF85}"/>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B2DDC6F4-619C-78E2-8C43-B4B02292D22F}"/>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ECDB49C6-F741-9387-9B6B-DE2CD7793253}"/>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1199B834-0A77-1B4F-A482-EC35BA1827D1}"/>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124E5C15-9EB6-3202-C925-DC4E38B480B1}"/>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9FE308D3-328F-4C35-81C7-A3B85E5F211D}"/>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C94E588F-0EA0-A0C8-432D-1674B7A84122}"/>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BA781A59-57A2-BB1A-70CE-803629D04B98}"/>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09393FC2-4B7F-3D7F-5DFB-C304FC7AFE0B}"/>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69AAE6A9-FE7C-D672-DD8D-54D9EBF5EF65}"/>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962F0667-10D9-C671-4967-3689C07EC8AE}"/>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3A54CF32-FF5F-1EF3-ECAD-0A432E8470A3}"/>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EED2C2D6-435A-F99A-AB07-71E032CF39FF}"/>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FE9D2E5D-EFC9-9D73-277B-75F53CE91B52}"/>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E1EB04AA-9CFF-03B0-00BA-267F1B7612F6}"/>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6069820A-ABCA-DAAE-1F3C-5266B72D061D}"/>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DF0D5EEC-352C-7C1A-4993-CED954AC8A32}"/>
              </a:ext>
            </a:extLst>
          </p:cNvPr>
          <p:cNvSpPr txBox="1"/>
          <p:nvPr/>
        </p:nvSpPr>
        <p:spPr>
          <a:xfrm>
            <a:off x="8660780" y="4728117"/>
            <a:ext cx="483220" cy="307777"/>
          </a:xfrm>
          <a:prstGeom prst="rect">
            <a:avLst/>
          </a:prstGeom>
          <a:noFill/>
        </p:spPr>
        <p:txBody>
          <a:bodyPr wrap="square" rtlCol="0">
            <a:spAutoFit/>
          </a:bodyPr>
          <a:lstStyle/>
          <a:p>
            <a:pPr algn="r"/>
            <a:r>
              <a:rPr lang="fr-FR" dirty="0"/>
              <a:t>7</a:t>
            </a:r>
          </a:p>
        </p:txBody>
      </p:sp>
    </p:spTree>
    <p:extLst>
      <p:ext uri="{BB962C8B-B14F-4D97-AF65-F5344CB8AC3E}">
        <p14:creationId xmlns:p14="http://schemas.microsoft.com/office/powerpoint/2010/main" val="61159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844DD899-09F1-B6BE-E817-1697072332B3}"/>
            </a:ext>
          </a:extLst>
        </p:cNvPr>
        <p:cNvGrpSpPr/>
        <p:nvPr/>
      </p:nvGrpSpPr>
      <p:grpSpPr>
        <a:xfrm>
          <a:off x="0" y="0"/>
          <a:ext cx="0" cy="0"/>
          <a:chOff x="0" y="0"/>
          <a:chExt cx="0" cy="0"/>
        </a:xfrm>
      </p:grpSpPr>
      <p:grpSp>
        <p:nvGrpSpPr>
          <p:cNvPr id="1504" name="Google Shape;1504;p29">
            <a:extLst>
              <a:ext uri="{FF2B5EF4-FFF2-40B4-BE49-F238E27FC236}">
                <a16:creationId xmlns:a16="http://schemas.microsoft.com/office/drawing/2014/main" id="{BBB0544D-AB41-71E2-C0E8-A754DC4F9DCE}"/>
              </a:ext>
            </a:extLst>
          </p:cNvPr>
          <p:cNvGrpSpPr/>
          <p:nvPr/>
        </p:nvGrpSpPr>
        <p:grpSpPr>
          <a:xfrm>
            <a:off x="7730054" y="3353837"/>
            <a:ext cx="1155488" cy="930983"/>
            <a:chOff x="7225068" y="3582212"/>
            <a:chExt cx="1155488" cy="930983"/>
          </a:xfrm>
        </p:grpSpPr>
        <p:grpSp>
          <p:nvGrpSpPr>
            <p:cNvPr id="1505" name="Google Shape;1505;p29">
              <a:extLst>
                <a:ext uri="{FF2B5EF4-FFF2-40B4-BE49-F238E27FC236}">
                  <a16:creationId xmlns:a16="http://schemas.microsoft.com/office/drawing/2014/main" id="{B70D1D26-FBBD-152D-18E1-3CB04B019B17}"/>
                </a:ext>
              </a:extLst>
            </p:cNvPr>
            <p:cNvGrpSpPr/>
            <p:nvPr/>
          </p:nvGrpSpPr>
          <p:grpSpPr>
            <a:xfrm>
              <a:off x="8190795" y="3582212"/>
              <a:ext cx="189761" cy="189761"/>
              <a:chOff x="5448853" y="3419595"/>
              <a:chExt cx="78736" cy="78736"/>
            </a:xfrm>
          </p:grpSpPr>
          <p:sp>
            <p:nvSpPr>
              <p:cNvPr id="1506" name="Google Shape;1506;p29">
                <a:extLst>
                  <a:ext uri="{FF2B5EF4-FFF2-40B4-BE49-F238E27FC236}">
                    <a16:creationId xmlns:a16="http://schemas.microsoft.com/office/drawing/2014/main" id="{3A228B6C-FC3E-CAD5-5D25-8F04EB9E7D48}"/>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a:extLst>
                  <a:ext uri="{FF2B5EF4-FFF2-40B4-BE49-F238E27FC236}">
                    <a16:creationId xmlns:a16="http://schemas.microsoft.com/office/drawing/2014/main" id="{DDFDA958-04A3-6542-7F79-6EBBB629AFB1}"/>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a:extLst>
                  <a:ext uri="{FF2B5EF4-FFF2-40B4-BE49-F238E27FC236}">
                    <a16:creationId xmlns:a16="http://schemas.microsoft.com/office/drawing/2014/main" id="{BB933B63-2C00-14AD-7A22-07EBAB4CE27E}"/>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a:extLst>
                  <a:ext uri="{FF2B5EF4-FFF2-40B4-BE49-F238E27FC236}">
                    <a16:creationId xmlns:a16="http://schemas.microsoft.com/office/drawing/2014/main" id="{02EE039D-4E60-3B39-ABBD-45040FBBE218}"/>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a:extLst>
                  <a:ext uri="{FF2B5EF4-FFF2-40B4-BE49-F238E27FC236}">
                    <a16:creationId xmlns:a16="http://schemas.microsoft.com/office/drawing/2014/main" id="{40D0E50A-D6F3-49D1-FA74-FEE226AE28B7}"/>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a:extLst>
                  <a:ext uri="{FF2B5EF4-FFF2-40B4-BE49-F238E27FC236}">
                    <a16:creationId xmlns:a16="http://schemas.microsoft.com/office/drawing/2014/main" id="{75E2FFB0-460D-B860-3B22-9E12D8F8F604}"/>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a:extLst>
                  <a:ext uri="{FF2B5EF4-FFF2-40B4-BE49-F238E27FC236}">
                    <a16:creationId xmlns:a16="http://schemas.microsoft.com/office/drawing/2014/main" id="{F92DBFC3-5812-639F-5E36-A6C28D1F4AD8}"/>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a:extLst>
                  <a:ext uri="{FF2B5EF4-FFF2-40B4-BE49-F238E27FC236}">
                    <a16:creationId xmlns:a16="http://schemas.microsoft.com/office/drawing/2014/main" id="{4FBC0517-0756-F4C3-1B1D-A9F7B8B47ECD}"/>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a:extLst>
                <a:ext uri="{FF2B5EF4-FFF2-40B4-BE49-F238E27FC236}">
                  <a16:creationId xmlns:a16="http://schemas.microsoft.com/office/drawing/2014/main" id="{97771F39-D373-CE9A-853F-BEDEC0E96D8C}"/>
                </a:ext>
              </a:extLst>
            </p:cNvPr>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a:extLst>
              <a:ext uri="{FF2B5EF4-FFF2-40B4-BE49-F238E27FC236}">
                <a16:creationId xmlns:a16="http://schemas.microsoft.com/office/drawing/2014/main" id="{90A2800A-D6AA-218A-1D55-C603735AA9DF}"/>
              </a:ext>
            </a:extLst>
          </p:cNvPr>
          <p:cNvGrpSpPr/>
          <p:nvPr/>
        </p:nvGrpSpPr>
        <p:grpSpPr>
          <a:xfrm>
            <a:off x="7304755" y="2222022"/>
            <a:ext cx="1298848" cy="1015848"/>
            <a:chOff x="781983" y="2939892"/>
            <a:chExt cx="1298848" cy="1015848"/>
          </a:xfrm>
        </p:grpSpPr>
        <p:sp>
          <p:nvSpPr>
            <p:cNvPr id="1516" name="Google Shape;1516;p29">
              <a:extLst>
                <a:ext uri="{FF2B5EF4-FFF2-40B4-BE49-F238E27FC236}">
                  <a16:creationId xmlns:a16="http://schemas.microsoft.com/office/drawing/2014/main" id="{E449B912-FDDB-1D7A-9C62-BF810839A6CE}"/>
                </a:ext>
              </a:extLst>
            </p:cNvPr>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a:extLst>
                <a:ext uri="{FF2B5EF4-FFF2-40B4-BE49-F238E27FC236}">
                  <a16:creationId xmlns:a16="http://schemas.microsoft.com/office/drawing/2014/main" id="{DAFE2F08-3DE1-0457-EA65-40535F384047}"/>
                </a:ext>
              </a:extLst>
            </p:cNvPr>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a:extLst>
                <a:ext uri="{FF2B5EF4-FFF2-40B4-BE49-F238E27FC236}">
                  <a16:creationId xmlns:a16="http://schemas.microsoft.com/office/drawing/2014/main" id="{65680D5D-6774-053A-E5A3-A74CED9D8918}"/>
                </a:ext>
              </a:extLst>
            </p:cNvPr>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a:extLst>
                <a:ext uri="{FF2B5EF4-FFF2-40B4-BE49-F238E27FC236}">
                  <a16:creationId xmlns:a16="http://schemas.microsoft.com/office/drawing/2014/main" id="{1AA0C6F9-B361-3B31-9439-D33D4FAD7DFA}"/>
                </a:ext>
              </a:extLst>
            </p:cNvPr>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a:extLst>
                <a:ext uri="{FF2B5EF4-FFF2-40B4-BE49-F238E27FC236}">
                  <a16:creationId xmlns:a16="http://schemas.microsoft.com/office/drawing/2014/main" id="{3C2AE907-6130-C438-0ECF-CCFBB5F3D21B}"/>
                </a:ext>
              </a:extLst>
            </p:cNvPr>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a:extLst>
                <a:ext uri="{FF2B5EF4-FFF2-40B4-BE49-F238E27FC236}">
                  <a16:creationId xmlns:a16="http://schemas.microsoft.com/office/drawing/2014/main" id="{4052B867-2FBA-0C41-58D7-99EB409CB7D5}"/>
                </a:ext>
              </a:extLst>
            </p:cNvPr>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a:extLst>
                <a:ext uri="{FF2B5EF4-FFF2-40B4-BE49-F238E27FC236}">
                  <a16:creationId xmlns:a16="http://schemas.microsoft.com/office/drawing/2014/main" id="{10BCCD62-1D09-91A5-46FE-E7C611F8AE1B}"/>
                </a:ext>
              </a:extLst>
            </p:cNvPr>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a:extLst>
                <a:ext uri="{FF2B5EF4-FFF2-40B4-BE49-F238E27FC236}">
                  <a16:creationId xmlns:a16="http://schemas.microsoft.com/office/drawing/2014/main" id="{DF20D781-9EDE-ACC4-77A6-AD64E95BBE0C}"/>
                </a:ext>
              </a:extLst>
            </p:cNvPr>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a:extLst>
                <a:ext uri="{FF2B5EF4-FFF2-40B4-BE49-F238E27FC236}">
                  <a16:creationId xmlns:a16="http://schemas.microsoft.com/office/drawing/2014/main" id="{CC490B29-E545-7C5B-B001-E597E3339DF3}"/>
                </a:ext>
              </a:extLst>
            </p:cNvPr>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a:extLst>
                <a:ext uri="{FF2B5EF4-FFF2-40B4-BE49-F238E27FC236}">
                  <a16:creationId xmlns:a16="http://schemas.microsoft.com/office/drawing/2014/main" id="{82DA4586-0880-843E-F6CC-10110AA4024C}"/>
                </a:ext>
              </a:extLst>
            </p:cNvPr>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a:extLst>
                <a:ext uri="{FF2B5EF4-FFF2-40B4-BE49-F238E27FC236}">
                  <a16:creationId xmlns:a16="http://schemas.microsoft.com/office/drawing/2014/main" id="{8826F0C7-B13C-7AD1-E749-621F5A5EE983}"/>
                </a:ext>
              </a:extLst>
            </p:cNvPr>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a:extLst>
                <a:ext uri="{FF2B5EF4-FFF2-40B4-BE49-F238E27FC236}">
                  <a16:creationId xmlns:a16="http://schemas.microsoft.com/office/drawing/2014/main" id="{772FD6B1-7CE6-7848-BF94-2A8E49567F41}"/>
                </a:ext>
              </a:extLst>
            </p:cNvPr>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a:extLst>
                <a:ext uri="{FF2B5EF4-FFF2-40B4-BE49-F238E27FC236}">
                  <a16:creationId xmlns:a16="http://schemas.microsoft.com/office/drawing/2014/main" id="{E2F5E9A6-1F1D-0015-F761-9C11F5C108A4}"/>
                </a:ext>
              </a:extLst>
            </p:cNvPr>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a:extLst>
                <a:ext uri="{FF2B5EF4-FFF2-40B4-BE49-F238E27FC236}">
                  <a16:creationId xmlns:a16="http://schemas.microsoft.com/office/drawing/2014/main" id="{4AEA7F8D-012C-FC71-2E65-392E6371D52D}"/>
                </a:ext>
              </a:extLst>
            </p:cNvPr>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a:extLst>
                <a:ext uri="{FF2B5EF4-FFF2-40B4-BE49-F238E27FC236}">
                  <a16:creationId xmlns:a16="http://schemas.microsoft.com/office/drawing/2014/main" id="{0DA5B445-412E-54AA-D91F-64F8720E75F5}"/>
                </a:ext>
              </a:extLst>
            </p:cNvPr>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a:extLst>
                <a:ext uri="{FF2B5EF4-FFF2-40B4-BE49-F238E27FC236}">
                  <a16:creationId xmlns:a16="http://schemas.microsoft.com/office/drawing/2014/main" id="{4A14116E-0453-6460-04CA-BAA47E6D6637}"/>
                </a:ext>
              </a:extLst>
            </p:cNvPr>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a:extLst>
                <a:ext uri="{FF2B5EF4-FFF2-40B4-BE49-F238E27FC236}">
                  <a16:creationId xmlns:a16="http://schemas.microsoft.com/office/drawing/2014/main" id="{FC746A0E-BA95-7757-9C9D-81151CFB3D63}"/>
                </a:ext>
              </a:extLst>
            </p:cNvPr>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a:extLst>
                <a:ext uri="{FF2B5EF4-FFF2-40B4-BE49-F238E27FC236}">
                  <a16:creationId xmlns:a16="http://schemas.microsoft.com/office/drawing/2014/main" id="{9336E1EA-AA6E-E9FC-AEEF-73713F6A6924}"/>
                </a:ext>
              </a:extLst>
            </p:cNvPr>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a:extLst>
                <a:ext uri="{FF2B5EF4-FFF2-40B4-BE49-F238E27FC236}">
                  <a16:creationId xmlns:a16="http://schemas.microsoft.com/office/drawing/2014/main" id="{E8887D95-8183-0FC0-6D4C-71558401691A}"/>
                </a:ext>
              </a:extLst>
            </p:cNvPr>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a:extLst>
                <a:ext uri="{FF2B5EF4-FFF2-40B4-BE49-F238E27FC236}">
                  <a16:creationId xmlns:a16="http://schemas.microsoft.com/office/drawing/2014/main" id="{C12EB7DE-34E2-26C0-9934-D685013C20C4}"/>
                </a:ext>
              </a:extLst>
            </p:cNvPr>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a:extLst>
                <a:ext uri="{FF2B5EF4-FFF2-40B4-BE49-F238E27FC236}">
                  <a16:creationId xmlns:a16="http://schemas.microsoft.com/office/drawing/2014/main" id="{D47BFBA6-DF03-1013-D0E6-C44C2D7C5076}"/>
                </a:ext>
              </a:extLst>
            </p:cNvPr>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a:extLst>
                <a:ext uri="{FF2B5EF4-FFF2-40B4-BE49-F238E27FC236}">
                  <a16:creationId xmlns:a16="http://schemas.microsoft.com/office/drawing/2014/main" id="{CA865096-38B4-EF3F-0FAD-1B02750C2754}"/>
                </a:ext>
              </a:extLst>
            </p:cNvPr>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a:extLst>
                <a:ext uri="{FF2B5EF4-FFF2-40B4-BE49-F238E27FC236}">
                  <a16:creationId xmlns:a16="http://schemas.microsoft.com/office/drawing/2014/main" id="{29E9873D-DD3E-0806-F3E8-0F8300455B12}"/>
                </a:ext>
              </a:extLst>
            </p:cNvPr>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a:extLst>
                <a:ext uri="{FF2B5EF4-FFF2-40B4-BE49-F238E27FC236}">
                  <a16:creationId xmlns:a16="http://schemas.microsoft.com/office/drawing/2014/main" id="{F0BF195F-41B4-80CB-987E-980FDE4E5AAB}"/>
                </a:ext>
              </a:extLst>
            </p:cNvPr>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a:extLst>
                <a:ext uri="{FF2B5EF4-FFF2-40B4-BE49-F238E27FC236}">
                  <a16:creationId xmlns:a16="http://schemas.microsoft.com/office/drawing/2014/main" id="{B5124FFE-B577-B892-5CDC-CFB06C1DD54A}"/>
                </a:ext>
              </a:extLst>
            </p:cNvPr>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a:extLst>
                <a:ext uri="{FF2B5EF4-FFF2-40B4-BE49-F238E27FC236}">
                  <a16:creationId xmlns:a16="http://schemas.microsoft.com/office/drawing/2014/main" id="{F4A033A4-8F41-7F4A-E26C-848E4BA5BD07}"/>
                </a:ext>
              </a:extLst>
            </p:cNvPr>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a:extLst>
                <a:ext uri="{FF2B5EF4-FFF2-40B4-BE49-F238E27FC236}">
                  <a16:creationId xmlns:a16="http://schemas.microsoft.com/office/drawing/2014/main" id="{5D1AD0CF-2D23-95D0-8896-1DB56B8FFCA9}"/>
                </a:ext>
              </a:extLst>
            </p:cNvPr>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a:extLst>
                <a:ext uri="{FF2B5EF4-FFF2-40B4-BE49-F238E27FC236}">
                  <a16:creationId xmlns:a16="http://schemas.microsoft.com/office/drawing/2014/main" id="{2178BF89-4F3A-0B02-E492-9DE3457B063B}"/>
                </a:ext>
              </a:extLst>
            </p:cNvPr>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a:extLst>
              <a:ext uri="{FF2B5EF4-FFF2-40B4-BE49-F238E27FC236}">
                <a16:creationId xmlns:a16="http://schemas.microsoft.com/office/drawing/2014/main" id="{37DA6F9A-A85E-0806-91CA-7254F6BB24B3}"/>
              </a:ext>
            </a:extLst>
          </p:cNvPr>
          <p:cNvGrpSpPr/>
          <p:nvPr/>
        </p:nvGrpSpPr>
        <p:grpSpPr>
          <a:xfrm>
            <a:off x="6887709" y="1036784"/>
            <a:ext cx="1469314" cy="944106"/>
            <a:chOff x="5423018" y="1213448"/>
            <a:chExt cx="1203665" cy="773414"/>
          </a:xfrm>
        </p:grpSpPr>
        <p:sp>
          <p:nvSpPr>
            <p:cNvPr id="1545" name="Google Shape;1545;p29">
              <a:extLst>
                <a:ext uri="{FF2B5EF4-FFF2-40B4-BE49-F238E27FC236}">
                  <a16:creationId xmlns:a16="http://schemas.microsoft.com/office/drawing/2014/main" id="{761201AE-D3A4-40A3-D2EB-849E09AC2A1C}"/>
                </a:ext>
              </a:extLst>
            </p:cNvPr>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a:extLst>
                <a:ext uri="{FF2B5EF4-FFF2-40B4-BE49-F238E27FC236}">
                  <a16:creationId xmlns:a16="http://schemas.microsoft.com/office/drawing/2014/main" id="{4B826F6B-538B-004D-6898-BB0A7AB840E7}"/>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a:extLst>
                <a:ext uri="{FF2B5EF4-FFF2-40B4-BE49-F238E27FC236}">
                  <a16:creationId xmlns:a16="http://schemas.microsoft.com/office/drawing/2014/main" id="{8401FDE1-1016-EB46-67B0-F5BC55A3525C}"/>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a:extLst>
                <a:ext uri="{FF2B5EF4-FFF2-40B4-BE49-F238E27FC236}">
                  <a16:creationId xmlns:a16="http://schemas.microsoft.com/office/drawing/2014/main" id="{9369FF5E-CE19-8F7B-8906-91FA7AE30E95}"/>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a:extLst>
                <a:ext uri="{FF2B5EF4-FFF2-40B4-BE49-F238E27FC236}">
                  <a16:creationId xmlns:a16="http://schemas.microsoft.com/office/drawing/2014/main" id="{D07428CE-D860-5F60-13E6-A93CB4222B1B}"/>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a:extLst>
                <a:ext uri="{FF2B5EF4-FFF2-40B4-BE49-F238E27FC236}">
                  <a16:creationId xmlns:a16="http://schemas.microsoft.com/office/drawing/2014/main" id="{CE15B9D2-0F53-6636-1788-EDFD6B0BA41B}"/>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a:extLst>
                <a:ext uri="{FF2B5EF4-FFF2-40B4-BE49-F238E27FC236}">
                  <a16:creationId xmlns:a16="http://schemas.microsoft.com/office/drawing/2014/main" id="{101DEB82-6852-8937-047A-0937D561CFFA}"/>
                </a:ext>
              </a:extLst>
            </p:cNvPr>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a:extLst>
                <a:ext uri="{FF2B5EF4-FFF2-40B4-BE49-F238E27FC236}">
                  <a16:creationId xmlns:a16="http://schemas.microsoft.com/office/drawing/2014/main" id="{EF8DCD22-9ACD-93F0-5D21-7C91E0CF57F0}"/>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a:extLst>
                <a:ext uri="{FF2B5EF4-FFF2-40B4-BE49-F238E27FC236}">
                  <a16:creationId xmlns:a16="http://schemas.microsoft.com/office/drawing/2014/main" id="{35538C71-91DA-F4A7-C85A-D7DA12D06C5C}"/>
                </a:ext>
              </a:extLst>
            </p:cNvPr>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a:extLst>
                <a:ext uri="{FF2B5EF4-FFF2-40B4-BE49-F238E27FC236}">
                  <a16:creationId xmlns:a16="http://schemas.microsoft.com/office/drawing/2014/main" id="{3EB19E22-6D78-0132-57C3-5AC865B2475A}"/>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a:extLst>
                <a:ext uri="{FF2B5EF4-FFF2-40B4-BE49-F238E27FC236}">
                  <a16:creationId xmlns:a16="http://schemas.microsoft.com/office/drawing/2014/main" id="{BBF74F94-1C51-7E8D-D7B4-8F297FD1A7CC}"/>
                </a:ext>
              </a:extLst>
            </p:cNvPr>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a:extLst>
                <a:ext uri="{FF2B5EF4-FFF2-40B4-BE49-F238E27FC236}">
                  <a16:creationId xmlns:a16="http://schemas.microsoft.com/office/drawing/2014/main" id="{23655306-DBDD-122E-8816-FB3CF5A51F2E}"/>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a:extLst>
                <a:ext uri="{FF2B5EF4-FFF2-40B4-BE49-F238E27FC236}">
                  <a16:creationId xmlns:a16="http://schemas.microsoft.com/office/drawing/2014/main" id="{EC5F3671-5E1C-B43E-34D7-17F7AE70B3DB}"/>
                </a:ext>
              </a:extLst>
            </p:cNvPr>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a:extLst>
                <a:ext uri="{FF2B5EF4-FFF2-40B4-BE49-F238E27FC236}">
                  <a16:creationId xmlns:a16="http://schemas.microsoft.com/office/drawing/2014/main" id="{0872E287-C4F9-2FDE-0C3C-12BFFF5AFFEE}"/>
                </a:ext>
              </a:extLst>
            </p:cNvPr>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a:extLst>
                <a:ext uri="{FF2B5EF4-FFF2-40B4-BE49-F238E27FC236}">
                  <a16:creationId xmlns:a16="http://schemas.microsoft.com/office/drawing/2014/main" id="{FBB82898-8BA6-1D96-A4C8-AE92ED9DF968}"/>
                </a:ext>
              </a:extLst>
            </p:cNvPr>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a:extLst>
                <a:ext uri="{FF2B5EF4-FFF2-40B4-BE49-F238E27FC236}">
                  <a16:creationId xmlns:a16="http://schemas.microsoft.com/office/drawing/2014/main" id="{35D16D42-66AE-CD29-85A8-A2C078D7B07F}"/>
                </a:ext>
              </a:extLst>
            </p:cNvPr>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a:extLst>
                <a:ext uri="{FF2B5EF4-FFF2-40B4-BE49-F238E27FC236}">
                  <a16:creationId xmlns:a16="http://schemas.microsoft.com/office/drawing/2014/main" id="{031B9634-39BD-DFA6-491F-EA8419E2FD02}"/>
                </a:ext>
              </a:extLst>
            </p:cNvPr>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a:extLst>
                <a:ext uri="{FF2B5EF4-FFF2-40B4-BE49-F238E27FC236}">
                  <a16:creationId xmlns:a16="http://schemas.microsoft.com/office/drawing/2014/main" id="{A2FAC669-DE58-7AB8-92F3-EC74DD555D57}"/>
                </a:ext>
              </a:extLst>
            </p:cNvPr>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a:extLst>
                <a:ext uri="{FF2B5EF4-FFF2-40B4-BE49-F238E27FC236}">
                  <a16:creationId xmlns:a16="http://schemas.microsoft.com/office/drawing/2014/main" id="{AEDE46AF-27A1-7E5F-A404-515362E6D1E0}"/>
                </a:ext>
              </a:extLst>
            </p:cNvPr>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a:extLst>
                <a:ext uri="{FF2B5EF4-FFF2-40B4-BE49-F238E27FC236}">
                  <a16:creationId xmlns:a16="http://schemas.microsoft.com/office/drawing/2014/main" id="{3C79DEF0-7D6D-BE80-C9E9-B8E17C61DA22}"/>
                </a:ext>
              </a:extLst>
            </p:cNvPr>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a:extLst>
                <a:ext uri="{FF2B5EF4-FFF2-40B4-BE49-F238E27FC236}">
                  <a16:creationId xmlns:a16="http://schemas.microsoft.com/office/drawing/2014/main" id="{F3BDBAEF-6FD7-8D96-4A42-1DF6DAB62ED9}"/>
                </a:ext>
              </a:extLst>
            </p:cNvPr>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a:extLst>
                <a:ext uri="{FF2B5EF4-FFF2-40B4-BE49-F238E27FC236}">
                  <a16:creationId xmlns:a16="http://schemas.microsoft.com/office/drawing/2014/main" id="{C959F2BA-A922-357D-2926-AB60F98A91F1}"/>
                </a:ext>
              </a:extLst>
            </p:cNvPr>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a:extLst>
                <a:ext uri="{FF2B5EF4-FFF2-40B4-BE49-F238E27FC236}">
                  <a16:creationId xmlns:a16="http://schemas.microsoft.com/office/drawing/2014/main" id="{BA4581AD-3CF1-5C29-64E6-FC5325151089}"/>
                </a:ext>
              </a:extLst>
            </p:cNvPr>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a:extLst>
                <a:ext uri="{FF2B5EF4-FFF2-40B4-BE49-F238E27FC236}">
                  <a16:creationId xmlns:a16="http://schemas.microsoft.com/office/drawing/2014/main" id="{78F5B67D-364D-9831-EB7D-CDDB5AC006CE}"/>
                </a:ext>
              </a:extLst>
            </p:cNvPr>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a:extLst>
                <a:ext uri="{FF2B5EF4-FFF2-40B4-BE49-F238E27FC236}">
                  <a16:creationId xmlns:a16="http://schemas.microsoft.com/office/drawing/2014/main" id="{9440A7A4-4C1F-050C-F1B0-FED0D08939AA}"/>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a:extLst>
                <a:ext uri="{FF2B5EF4-FFF2-40B4-BE49-F238E27FC236}">
                  <a16:creationId xmlns:a16="http://schemas.microsoft.com/office/drawing/2014/main" id="{F91467C1-54BC-B3BB-BA9C-DE866F5B8EAE}"/>
                </a:ext>
              </a:extLst>
            </p:cNvPr>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a:extLst>
                <a:ext uri="{FF2B5EF4-FFF2-40B4-BE49-F238E27FC236}">
                  <a16:creationId xmlns:a16="http://schemas.microsoft.com/office/drawing/2014/main" id="{1AA9CF9E-F748-1B43-ED20-06B1FCAE79C9}"/>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a:extLst>
                <a:ext uri="{FF2B5EF4-FFF2-40B4-BE49-F238E27FC236}">
                  <a16:creationId xmlns:a16="http://schemas.microsoft.com/office/drawing/2014/main" id="{68E1F554-8220-D20B-1E8F-468D21B3271A}"/>
                </a:ext>
              </a:extLst>
            </p:cNvPr>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a:extLst>
                <a:ext uri="{FF2B5EF4-FFF2-40B4-BE49-F238E27FC236}">
                  <a16:creationId xmlns:a16="http://schemas.microsoft.com/office/drawing/2014/main" id="{44A720F9-EDC8-5EC5-B701-67B5EE8191BF}"/>
                </a:ext>
              </a:extLst>
            </p:cNvPr>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a:extLst>
                <a:ext uri="{FF2B5EF4-FFF2-40B4-BE49-F238E27FC236}">
                  <a16:creationId xmlns:a16="http://schemas.microsoft.com/office/drawing/2014/main" id="{1FA7C52D-3D98-89EE-7AB4-AA5B554F45DD}"/>
                </a:ext>
              </a:extLst>
            </p:cNvPr>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a:extLst>
                <a:ext uri="{FF2B5EF4-FFF2-40B4-BE49-F238E27FC236}">
                  <a16:creationId xmlns:a16="http://schemas.microsoft.com/office/drawing/2014/main" id="{B89B4AFE-B927-2DB7-BBD3-41E955028466}"/>
                </a:ext>
              </a:extLst>
            </p:cNvPr>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a:extLst>
                <a:ext uri="{FF2B5EF4-FFF2-40B4-BE49-F238E27FC236}">
                  <a16:creationId xmlns:a16="http://schemas.microsoft.com/office/drawing/2014/main" id="{40D69F84-3826-D81C-AAB1-C3E933E1C87E}"/>
                </a:ext>
              </a:extLst>
            </p:cNvPr>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a:extLst>
                <a:ext uri="{FF2B5EF4-FFF2-40B4-BE49-F238E27FC236}">
                  <a16:creationId xmlns:a16="http://schemas.microsoft.com/office/drawing/2014/main" id="{0E42C111-F631-E8C4-6CD7-FA739DE45EA7}"/>
                </a:ext>
              </a:extLst>
            </p:cNvPr>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a:extLst>
                <a:ext uri="{FF2B5EF4-FFF2-40B4-BE49-F238E27FC236}">
                  <a16:creationId xmlns:a16="http://schemas.microsoft.com/office/drawing/2014/main" id="{837C668D-E5E1-1E77-CACB-C41EF73B76B4}"/>
                </a:ext>
              </a:extLst>
            </p:cNvPr>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a:extLst>
                <a:ext uri="{FF2B5EF4-FFF2-40B4-BE49-F238E27FC236}">
                  <a16:creationId xmlns:a16="http://schemas.microsoft.com/office/drawing/2014/main" id="{7E6C5C03-72BB-493A-75B3-66479A8BF6AB}"/>
                </a:ext>
              </a:extLst>
            </p:cNvPr>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a:extLst>
                <a:ext uri="{FF2B5EF4-FFF2-40B4-BE49-F238E27FC236}">
                  <a16:creationId xmlns:a16="http://schemas.microsoft.com/office/drawing/2014/main" id="{E4ED3E6C-E53B-C5B7-F958-EFD11E3E3987}"/>
                </a:ext>
              </a:extLst>
            </p:cNvPr>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a:extLst>
                <a:ext uri="{FF2B5EF4-FFF2-40B4-BE49-F238E27FC236}">
                  <a16:creationId xmlns:a16="http://schemas.microsoft.com/office/drawing/2014/main" id="{36EEB421-825E-FEF2-6E35-91B093A30191}"/>
                </a:ext>
              </a:extLst>
            </p:cNvPr>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a:extLst>
                <a:ext uri="{FF2B5EF4-FFF2-40B4-BE49-F238E27FC236}">
                  <a16:creationId xmlns:a16="http://schemas.microsoft.com/office/drawing/2014/main" id="{EC53F5F2-4B21-BEAE-611B-2F816BD8E867}"/>
                </a:ext>
              </a:extLst>
            </p:cNvPr>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a:extLst>
                <a:ext uri="{FF2B5EF4-FFF2-40B4-BE49-F238E27FC236}">
                  <a16:creationId xmlns:a16="http://schemas.microsoft.com/office/drawing/2014/main" id="{35ECD303-3153-0F72-EFA2-02B1050905F2}"/>
                </a:ext>
              </a:extLst>
            </p:cNvPr>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a:extLst>
                <a:ext uri="{FF2B5EF4-FFF2-40B4-BE49-F238E27FC236}">
                  <a16:creationId xmlns:a16="http://schemas.microsoft.com/office/drawing/2014/main" id="{04548567-D79E-4A97-8F62-840700FD0011}"/>
                </a:ext>
              </a:extLst>
            </p:cNvPr>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a:extLst>
                <a:ext uri="{FF2B5EF4-FFF2-40B4-BE49-F238E27FC236}">
                  <a16:creationId xmlns:a16="http://schemas.microsoft.com/office/drawing/2014/main" id="{E45EE7E7-217D-29AF-3565-AD5DAAE043C2}"/>
                </a:ext>
              </a:extLst>
            </p:cNvPr>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a:extLst>
                <a:ext uri="{FF2B5EF4-FFF2-40B4-BE49-F238E27FC236}">
                  <a16:creationId xmlns:a16="http://schemas.microsoft.com/office/drawing/2014/main" id="{A549A3FC-C566-14DF-1AE8-C73AFBC2FC6E}"/>
                </a:ext>
              </a:extLst>
            </p:cNvPr>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AutoShape 2">
            <a:extLst>
              <a:ext uri="{FF2B5EF4-FFF2-40B4-BE49-F238E27FC236}">
                <a16:creationId xmlns:a16="http://schemas.microsoft.com/office/drawing/2014/main" id="{E6C16130-AE6C-AF46-FCE6-86B89CC92FC6}"/>
              </a:ext>
            </a:extLst>
          </p:cNvPr>
          <p:cNvSpPr>
            <a:spLocks noChangeAspect="1" noChangeArrowheads="1"/>
          </p:cNvSpPr>
          <p:nvPr/>
        </p:nvSpPr>
        <p:spPr bwMode="auto">
          <a:xfrm>
            <a:off x="4419600" y="2419350"/>
            <a:ext cx="2666490" cy="26664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Sous-titre 1">
            <a:extLst>
              <a:ext uri="{FF2B5EF4-FFF2-40B4-BE49-F238E27FC236}">
                <a16:creationId xmlns:a16="http://schemas.microsoft.com/office/drawing/2014/main" id="{BF7387F0-4693-CB0F-B7C5-CB12589DB3E8}"/>
              </a:ext>
            </a:extLst>
          </p:cNvPr>
          <p:cNvSpPr>
            <a:spLocks noGrp="1" noChangeArrowheads="1"/>
          </p:cNvSpPr>
          <p:nvPr>
            <p:ph type="subTitle" idx="1"/>
          </p:nvPr>
        </p:nvSpPr>
        <p:spPr bwMode="auto">
          <a:xfrm>
            <a:off x="776288" y="555635"/>
            <a:ext cx="629699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Consultation des valeurs de température et de l'humidité.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Affichage des alertes sur le tableau de bord pour informer l'utilisateur.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Consultation des données historiques de température et d'humidité via une interface.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Téléchargement des données au format Excel ou CSV pour l’analyse.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Envoi d'alertes par e-mail aux utilisateurs si la température dépasse un seuil.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Configuration des seuils via l'interface utilisateur pour plus de simplicité.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0" i="0" u="none" strike="noStrike" cap="none" normalizeH="0" baseline="0" dirty="0">
                <a:ln>
                  <a:noFill/>
                </a:ln>
                <a:solidFill>
                  <a:schemeClr val="tx1"/>
                </a:solidFill>
                <a:effectLst/>
                <a:latin typeface="Arial" panose="020B0604020202020204" pitchFamily="34" charset="0"/>
              </a:rPr>
              <a:t>Configuration des adresses e-mail des destinataires des alertes. </a:t>
            </a:r>
          </a:p>
        </p:txBody>
      </p:sp>
      <p:sp>
        <p:nvSpPr>
          <p:cNvPr id="3" name="TextBox 2">
            <a:extLst>
              <a:ext uri="{FF2B5EF4-FFF2-40B4-BE49-F238E27FC236}">
                <a16:creationId xmlns:a16="http://schemas.microsoft.com/office/drawing/2014/main" id="{FA58BFB4-DB90-C182-4782-5F9FD846F432}"/>
              </a:ext>
            </a:extLst>
          </p:cNvPr>
          <p:cNvSpPr txBox="1"/>
          <p:nvPr/>
        </p:nvSpPr>
        <p:spPr>
          <a:xfrm>
            <a:off x="8660780" y="4728117"/>
            <a:ext cx="483220" cy="307777"/>
          </a:xfrm>
          <a:prstGeom prst="rect">
            <a:avLst/>
          </a:prstGeom>
          <a:noFill/>
        </p:spPr>
        <p:txBody>
          <a:bodyPr wrap="square" rtlCol="0">
            <a:spAutoFit/>
          </a:bodyPr>
          <a:lstStyle/>
          <a:p>
            <a:pPr algn="r"/>
            <a:r>
              <a:rPr lang="fr-FR" dirty="0"/>
              <a:t>8</a:t>
            </a:r>
          </a:p>
        </p:txBody>
      </p:sp>
    </p:spTree>
    <p:extLst>
      <p:ext uri="{BB962C8B-B14F-4D97-AF65-F5344CB8AC3E}">
        <p14:creationId xmlns:p14="http://schemas.microsoft.com/office/powerpoint/2010/main" val="28195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4F58D77D-2395-1BA6-24AD-08D164F87E8F}"/>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F9AE2DE1-D511-7726-4EF1-B17B5D72617F}"/>
              </a:ext>
            </a:extLst>
          </p:cNvPr>
          <p:cNvSpPr txBox="1">
            <a:spLocks noGrp="1"/>
          </p:cNvSpPr>
          <p:nvPr>
            <p:ph type="title"/>
          </p:nvPr>
        </p:nvSpPr>
        <p:spPr>
          <a:xfrm>
            <a:off x="4130550" y="2495575"/>
            <a:ext cx="4300200" cy="1427850"/>
          </a:xfrm>
          <a:prstGeom prst="rect">
            <a:avLst/>
          </a:prstGeom>
        </p:spPr>
        <p:txBody>
          <a:bodyPr spcFirstLastPara="1" wrap="square" lIns="91425" tIns="91425" rIns="91425" bIns="91425" anchor="t" anchorCtr="0">
            <a:noAutofit/>
          </a:bodyPr>
          <a:lstStyle/>
          <a:p>
            <a:r>
              <a:rPr lang="en-US" dirty="0"/>
              <a:t>Technologies </a:t>
            </a:r>
            <a:r>
              <a:rPr lang="en-US" dirty="0" err="1"/>
              <a:t>Utilisées</a:t>
            </a:r>
            <a:endParaRPr lang="fr-FR" dirty="0"/>
          </a:p>
        </p:txBody>
      </p:sp>
      <p:sp>
        <p:nvSpPr>
          <p:cNvPr id="1290" name="Google Shape;1290;p28">
            <a:extLst>
              <a:ext uri="{FF2B5EF4-FFF2-40B4-BE49-F238E27FC236}">
                <a16:creationId xmlns:a16="http://schemas.microsoft.com/office/drawing/2014/main" id="{1ECA749C-FE87-60C9-4802-08F3937EAE4E}"/>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grpSp>
        <p:nvGrpSpPr>
          <p:cNvPr id="1291" name="Google Shape;1291;p28">
            <a:extLst>
              <a:ext uri="{FF2B5EF4-FFF2-40B4-BE49-F238E27FC236}">
                <a16:creationId xmlns:a16="http://schemas.microsoft.com/office/drawing/2014/main" id="{BC27161A-97BF-27C2-39A2-3103FC58495B}"/>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C07D250F-766D-A12D-3471-2499B88E0138}"/>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00714302-A296-C711-7BF8-5A8D8C81BF62}"/>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DCF96389-736E-25A2-7E30-F3F4F0ECCCC4}"/>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B08DA537-DAEE-549F-978C-CD7F06588464}"/>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AF2B42BC-9149-0CF2-016E-F800820FC000}"/>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7E36AC42-0D3C-A3A2-EFB1-B84294B0BA9A}"/>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ADD19DC6-D0F8-C366-F30A-E0075CEC5D4A}"/>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796CA5AA-4718-C363-C50D-FBA934FD7668}"/>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C2236426-C221-A58C-73FD-1A5D44988D81}"/>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09D4A0DA-44FF-D6C2-39BB-5F315DAF51F4}"/>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B198A847-918D-31CB-9438-FCB3F05F085B}"/>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A2F8A1BF-B949-5480-BDB4-5815ACD7724E}"/>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9516DBB2-7823-2226-D03F-47DD9F13A7C5}"/>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D576A589-4FFB-ACE6-FD6F-34313D7BF8D1}"/>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AA6A695D-63FE-9327-923F-A77268ECD9AE}"/>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3B0ED752-8A0C-49C3-7306-FC74CDAED403}"/>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320899D8-BE70-6A3B-06E5-07CA49CBDC27}"/>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9EA61187-DD28-8B12-19EF-462D74E4D734}"/>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AA07F3FD-8D83-BA23-1DDB-EB0D9A91F8C1}"/>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86667B21-49F6-1F9D-267F-CA0A6C9D9E8B}"/>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4587A954-61CF-8631-E4AF-9E0777BC2E5F}"/>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B32D61D8-87AD-A253-B9B2-5ED3FF923826}"/>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F2916491-179B-C01E-6E36-48FF459D7DB5}"/>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E83E7031-CA55-7662-A6A4-41D6B4D34BE2}"/>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41FAFEBB-99EF-DF25-185C-A7BB71430E22}"/>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FD0BF3EF-568D-B16B-CDD2-6452576C7BD7}"/>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407A66BF-2E9E-5B9F-D1F2-2C867AA4E1F0}"/>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927110BA-4734-B689-2489-8FAEC007745B}"/>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BDD12955-61DF-54DB-DB7F-758593BC0203}"/>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764F8211-DC59-441C-D606-F07C3336DD12}"/>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BC74584A-B43A-C78A-7BFA-E97E6E2DA29A}"/>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2E4E3C0C-21BF-8DDC-C488-5D75875660FE}"/>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A18DCAFB-90D8-5DF4-8D41-19BBB01CD8C2}"/>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1B9572CD-AB91-7D20-C4A0-BD3E463DFDCC}"/>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851620B2-C9A4-2C2F-1FDD-64A606A46AA5}"/>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50246374-4466-0F84-CC12-00967E54FDBC}"/>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6D89D0E1-9B16-9CB2-0669-2EDF580B687C}"/>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D71657CE-5DC0-98CD-3FA8-1DAC9D35E22F}"/>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04A2CE49-4B12-0567-52E7-F144ED7867A6}"/>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8B470BF9-41E4-D731-3870-94E93DC6FAB5}"/>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C51FBFCB-9E91-B1B2-71E9-D04AD7506DC0}"/>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95ABD4F8-761D-14BE-E6BE-FF5474A200B0}"/>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46E339EA-9F12-B241-FE4A-F036CB783A49}"/>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FA5CA4C2-828F-1246-7492-1416643D2547}"/>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8CDC362C-2981-7892-DADD-E66AE80208E8}"/>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7457DA39-314A-6630-FED2-4513747ECA40}"/>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457B55F6-1443-BF49-100A-201C04245F83}"/>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41E240DF-407B-2FE4-5F93-4F5C0F844F7F}"/>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53208931-354E-8CD8-0B1B-E6C1239BA6BD}"/>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51534D4E-DCC2-0D43-060B-0E1A8789A913}"/>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2D8E984C-C183-34DB-E09B-E0CE7DDF105D}"/>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5AF0FEC6-02AE-967E-68DB-9A744F780A71}"/>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6538556D-35A3-93FD-6281-EE7BF4C2620D}"/>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307941E6-3F5D-871F-0B5C-170772A52DCE}"/>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3467A2BB-F08C-724B-1612-4C564E746C42}"/>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327F6982-8112-B442-879D-9447E7A4C2BE}"/>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50B9AC03-8EB2-0995-F0C7-6CBA2F47E402}"/>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1D1A6453-81C4-BE85-B50C-D50C439A4234}"/>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BA5653B9-112B-275E-446A-9E1937131A82}"/>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0B1C000A-7CB4-40F0-684C-58769C11FEE6}"/>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5B166F87-63C0-3895-90FB-7DDA786862F8}"/>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56E106E1-F8E7-CD0D-E0EA-A440A7B03AFE}"/>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A13D8D85-3AB6-4A1D-E746-41E60B2AACCE}"/>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A2B636B8-F1FF-E569-B2BE-52F1D8084544}"/>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FE9FB766-3388-2A48-2C95-C48B9D6C2E7C}"/>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01573309-0E11-C921-B241-419E8A4AF2E2}"/>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E68A3D0A-A389-178F-E14D-E30CD0540873}"/>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77E371ED-02B9-7042-81F4-73E3E1382C57}"/>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F59F30CB-0BD6-1CF8-0BE5-1E4150E722F1}"/>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94A23517-5B64-1805-FCEB-91B9362D7802}"/>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60833562-2996-2DEB-2847-6753AD4E4A3A}"/>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774E964D-7960-0D92-A11F-3B20F59B83B1}"/>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00B44884-1322-3B78-2B53-23A72E8F0151}"/>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841279D2-0ADA-3C71-533D-3D98CFE71576}"/>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3A8FEB2D-8508-E314-1ED2-9E8268671EA4}"/>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521D7DE2-E4AF-848B-C64B-D570CC8A2305}"/>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4B95CAA2-73E2-7A99-1F03-52A212DE0552}"/>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E41E1B08-1EF3-4429-1FA9-47B681035558}"/>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0D462A70-EC6A-2FA4-C6FC-5F3B786E3800}"/>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C493A576-B3B8-B46D-EA2C-810C15A4AD4A}"/>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E727A84E-0E32-EFCE-E316-7895F276DC84}"/>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9793E64B-E2BE-254B-DEBE-007C0B209275}"/>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93787073-263F-3B38-6ECA-538FC1CE6A5A}"/>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9E05B5AF-61AF-E8AC-6585-C2383F95EC5A}"/>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FBC49255-C18E-164A-C36E-A09776973971}"/>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C524E518-3C21-A348-D284-988651C8A5BE}"/>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6587C33A-5661-ADEF-609F-3410D02EA3AB}"/>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B78E9099-85B1-0D79-643D-51FB02FEF26F}"/>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3748D1F2-A4E2-28DF-E32B-BCF4F9278878}"/>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BD678FAD-BB1D-43D8-CC69-1C24D0E632BB}"/>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E5C79546-B9E6-72C8-F41E-8276F18940C2}"/>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FB2DD2C1-8FC3-1115-97AB-544AE547CDFC}"/>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8D5846B8-DB71-B5AF-B3B0-E559892C6E4A}"/>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29A37865-47F0-5C64-1201-2F8729A604EA}"/>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0F0EA7F2-911F-D295-2C83-D3AB4ED080C4}"/>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7BA843C1-B7DB-BCE7-A8DE-A70477F9C0DB}"/>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FA506021-35CF-8E05-42D6-E0138458EDB4}"/>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6D8F9E52-A229-C39B-0083-6637C1015421}"/>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C74BB3FF-181B-BE75-86A0-BF86DCB477AA}"/>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E3640F9B-780E-8AD8-8646-5A0962E22406}"/>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785F2C0E-3BFF-F6BD-7CB5-66EACB93C690}"/>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C528EF7F-6B55-1E7C-4CA6-E6C7BBF28AFD}"/>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17A7A4C4-E619-45C6-A95E-FB1A7A87C898}"/>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9061CA67-F962-E5ED-8FBF-C3C5694B4306}"/>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6F9E6A13-CD2B-3B74-43D0-C8B41AE317A1}"/>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65EBEC52-3ADD-B141-1EE8-92AB35CA30DD}"/>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50ECBDB7-B619-48F8-6790-AD0F0890299A}"/>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30222681-3144-DC21-319C-EFC9E08E8A6D}"/>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FC6F247C-A5C7-E084-52B7-1B37002C4B73}"/>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C629708C-791E-0FDE-DB26-8884228165F3}"/>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85784E00-7118-4E8D-D9E5-621DAC1379F5}"/>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07E73E5C-1AC7-AF72-9DA1-0669797CDB9D}"/>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90B95FE2-75B6-D9DB-EF29-6247C6F7EDE0}"/>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7E16676A-CCFE-E59F-9A63-D23BC18BB530}"/>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F2AB8D69-2A11-9706-1492-934EE05A40A2}"/>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751BA7A7-58A0-0E1B-2401-F66C8065DA23}"/>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08627E4D-99D2-4764-2BCB-E551A1C5CBDF}"/>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16EFD87F-A829-62B2-CDDB-6785ADA54991}"/>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A0B06B13-EFF5-81CA-619D-AC6699E0DBD4}"/>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0641FC75-3541-3D2F-EC5E-093A258818AB}"/>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2225A40E-5AB2-D856-8353-BBC408445385}"/>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B5B7C7EC-8637-83A0-4283-E06C60530378}"/>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99E15C31-37DB-27EA-D1EA-13D4CB06B54F}"/>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50EF941B-3913-0F9D-BF8E-C883B4DAC7F8}"/>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D8AC8E36-3787-5A89-12A4-68D14EB0B91F}"/>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C9660656-84C4-17CB-BC22-3B066C438081}"/>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02F9F8CE-B20B-5F7F-6F2C-A70D02C4E7CC}"/>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BB2A9BF6-2995-4ADD-A89C-09F99A4B4CE3}"/>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6E2A7868-64A4-CC4A-5914-0C790FC6E5B0}"/>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81E69ECF-DDDC-C6BF-B09E-878D6F9F9E49}"/>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BFA84EAD-5A3D-648A-2BE5-F54982D4EAA4}"/>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ED0DECF3-C11B-4C2F-D809-B135D5162125}"/>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B4EE5329-A70F-D321-D336-60C32A45372D}"/>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34C7C3F1-27CF-7CF2-E179-0EBC9BDE0721}"/>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F4192E64-6F41-1D18-30F2-CF80524BBE72}"/>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64F95ABF-FB01-F2C4-3DC1-AFAC1917C096}"/>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F3405E05-FA29-959B-39B2-0ECC4C846B1F}"/>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A437D224-94E3-7A1B-F6E4-4710D2D351D0}"/>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4F68A8A4-689B-D152-A590-E2F085CD9DB2}"/>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90E2A324-46B6-82BE-69B2-526455AFDDE9}"/>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49A0BF89-81B2-9BE3-8ADD-E4320AD107A4}"/>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89FF2ACB-A448-C18B-3016-62051331FD14}"/>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587197D4-76A2-61DD-C8D5-AD625CC30776}"/>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518A5815-216B-D2CE-6E12-ABC501858B00}"/>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BDCBCBC4-5541-C5AA-030D-8281D1AB61A5}"/>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06595534-B699-FF4E-ABF6-B34D856B262C}"/>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B034B17B-C2C0-093A-D639-8F7622F0F193}"/>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53333EB5-684A-04BD-275E-7F6ECCEA87BA}"/>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CF11017E-4525-BA6E-422D-2806C45A53A4}"/>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38F669A6-E7D9-456E-0F92-AACD926B54BE}"/>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08673290-135B-A39D-23AD-F55CC0587D4E}"/>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DDE0D5FA-1B9C-F06C-1A15-2C98A962B555}"/>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E5A795BE-107A-F851-7250-12C16A7380CE}"/>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6DF3613C-6BC8-FF85-6B60-BCB542187536}"/>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13F4AFD9-A799-E59D-8A18-6DB8C8692EF4}"/>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A201EE55-7290-B4D3-43D7-91576B601DFF}"/>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7BB63639-9ABC-F3AA-2A08-2B755C6F2783}"/>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FC0B637A-F69E-EA42-12BC-680A14899F88}"/>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84520CBD-64CD-724B-2D3D-C938371A774F}"/>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121D8420-D8C0-5E88-0BF1-4EF8711680F0}"/>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7EBB542B-B3EB-FA39-2D9A-09707F20B157}"/>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ED94C47E-88B6-B1AD-0A3F-4438353C4B71}"/>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CE91CA8E-A260-3752-52FC-041AE35BF922}"/>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8E4CBD67-74CA-6B51-DE66-87624F1C77B8}"/>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0243C8D0-70BA-34D7-5041-D74FEE10C699}"/>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CA6CCFDC-F9F4-69C2-E85C-73AAB7E38FE4}"/>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825B6709-8154-6E4B-1EF8-4CA1E90E199D}"/>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12ED0FFF-5032-8697-9D39-EE772F3723FB}"/>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B5A9F088-5FAF-4F5D-D0EB-757E0A1DF119}"/>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EC0C6A20-814F-5AC0-75C1-E3CB160EA21B}"/>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E4B2A021-15DB-65BE-0576-706DAC6E8B53}"/>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8BC72DD9-9A29-3B8F-5705-9D1786921512}"/>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A71799C8-FABA-8E18-93A2-0ACAD74B6F42}"/>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EF0A7268-2F51-E649-23D6-B9135EB433FF}"/>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C61FAED3-1D01-26AC-4F51-25AA6E1F12C0}"/>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EA7AA0C6-3734-EAEC-916A-A91C4F5C94E9}"/>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D4C34684-6D66-2B84-77BF-5DFCC99A83DE}"/>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BBDDD002-68FF-870C-B5D6-00DEAC7C1371}"/>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2EE0FDCE-5C90-8295-AA8F-6F4C4D00D285}"/>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BBD6412C-1588-4658-66D5-5C5420E4C831}"/>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0FD975C4-2491-8438-21A0-22312B858F6F}"/>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607CDB1C-B3DB-9FB5-2F0A-E9061BDE79CD}"/>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8537788F-0813-BD70-A1E7-52B66962FDAD}"/>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7553164E-1262-DB22-2C7E-0E84C84282D4}"/>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C1FE21B1-1D13-04BB-690B-FA47216B7955}"/>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9F61A316-F077-D474-B521-539420676F60}"/>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86184CB2-C66B-96A1-F722-D91188B605E8}"/>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FB2FA3C7-B6A9-B0AE-AB50-224BE37662EE}"/>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91B9F59E-ECC1-F0AF-5FB0-4EDD68917D30}"/>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4E95265C-24C3-1831-C3D7-A7F25C729208}"/>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11D1C6E4-BDF1-D8BF-A0FA-5BE3BC5B0C61}"/>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B688FBE2-C55B-BC09-4931-08DED760F0C9}"/>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6CB13158-5B58-BDD8-7C03-AA88EE4DBA5B}"/>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77B933DC-68F3-4D96-D6AA-4D068D2AA475}"/>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967018C8-FEC4-A1C3-4F57-D20CD18F02F4}"/>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31E1B7CA-326C-BDD8-F2D8-5C59919F9AA1}"/>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90C6BBD9-52B8-C36D-29C2-697DC86ABFE0}"/>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ECC1137E-E596-7CF6-4C82-3221B35E59D4}"/>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C56B5592-FD6B-BD8E-87A4-CE945763F6A2}"/>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884FE04C-EA27-AD38-1341-02DBE13AEECA}"/>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49D87B1B-7794-2EFA-17FD-22BBEE7E3B58}"/>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509D0A9E-5AEB-AE10-78F9-15199905B827}"/>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29BABFF5-B579-678E-47D8-01C787AB2C8E}"/>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269BAC08-2130-5B1D-33A4-EFD778516ACB}"/>
              </a:ext>
            </a:extLst>
          </p:cNvPr>
          <p:cNvSpPr txBox="1"/>
          <p:nvPr/>
        </p:nvSpPr>
        <p:spPr>
          <a:xfrm>
            <a:off x="8660780" y="4728117"/>
            <a:ext cx="483220" cy="307777"/>
          </a:xfrm>
          <a:prstGeom prst="rect">
            <a:avLst/>
          </a:prstGeom>
          <a:noFill/>
        </p:spPr>
        <p:txBody>
          <a:bodyPr wrap="square" rtlCol="0">
            <a:spAutoFit/>
          </a:bodyPr>
          <a:lstStyle/>
          <a:p>
            <a:pPr algn="r"/>
            <a:r>
              <a:rPr lang="fr-FR" dirty="0"/>
              <a:t>9</a:t>
            </a:r>
          </a:p>
        </p:txBody>
      </p:sp>
    </p:spTree>
    <p:extLst>
      <p:ext uri="{BB962C8B-B14F-4D97-AF65-F5344CB8AC3E}">
        <p14:creationId xmlns:p14="http://schemas.microsoft.com/office/powerpoint/2010/main" val="952624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3E705205-65B0-F2F6-CA91-69E1DECE0F87}"/>
            </a:ext>
          </a:extLst>
        </p:cNvPr>
        <p:cNvGrpSpPr/>
        <p:nvPr/>
      </p:nvGrpSpPr>
      <p:grpSpPr>
        <a:xfrm>
          <a:off x="0" y="0"/>
          <a:ext cx="0" cy="0"/>
          <a:chOff x="0" y="0"/>
          <a:chExt cx="0" cy="0"/>
        </a:xfrm>
      </p:grpSpPr>
      <p:sp>
        <p:nvSpPr>
          <p:cNvPr id="25" name="AutoShape 2">
            <a:extLst>
              <a:ext uri="{FF2B5EF4-FFF2-40B4-BE49-F238E27FC236}">
                <a16:creationId xmlns:a16="http://schemas.microsoft.com/office/drawing/2014/main" id="{B4DB3B21-73B8-82A7-9FEE-FAC65FFAAA4E}"/>
              </a:ext>
            </a:extLst>
          </p:cNvPr>
          <p:cNvSpPr>
            <a:spLocks noChangeAspect="1" noChangeArrowheads="1"/>
          </p:cNvSpPr>
          <p:nvPr/>
        </p:nvSpPr>
        <p:spPr bwMode="auto">
          <a:xfrm>
            <a:off x="4419600" y="2419350"/>
            <a:ext cx="2666490" cy="26664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descr="Une image contenant Police, Graphique, logo, conception&#10;&#10;Le contenu généré par l’IA peut être incorrect.">
            <a:extLst>
              <a:ext uri="{FF2B5EF4-FFF2-40B4-BE49-F238E27FC236}">
                <a16:creationId xmlns:a16="http://schemas.microsoft.com/office/drawing/2014/main" id="{1C40C891-1E74-CC4F-92C1-CB65FBFC4AD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295243" y="1263239"/>
            <a:ext cx="1277664" cy="1277664"/>
          </a:xfrm>
          <a:prstGeom prst="rect">
            <a:avLst/>
          </a:prstGeom>
        </p:spPr>
      </p:pic>
      <p:sp>
        <p:nvSpPr>
          <p:cNvPr id="6" name="ZoneTexte 5">
            <a:extLst>
              <a:ext uri="{FF2B5EF4-FFF2-40B4-BE49-F238E27FC236}">
                <a16:creationId xmlns:a16="http://schemas.microsoft.com/office/drawing/2014/main" id="{6D5A8765-D0EB-3547-87FD-EABB6EB7C6C1}"/>
              </a:ext>
            </a:extLst>
          </p:cNvPr>
          <p:cNvSpPr txBox="1"/>
          <p:nvPr/>
        </p:nvSpPr>
        <p:spPr>
          <a:xfrm>
            <a:off x="5295243" y="6310148"/>
            <a:ext cx="862793" cy="923330"/>
          </a:xfrm>
          <a:prstGeom prst="rect">
            <a:avLst/>
          </a:prstGeom>
          <a:noFill/>
        </p:spPr>
        <p:txBody>
          <a:bodyPr wrap="square" rtlCol="0">
            <a:spAutoFit/>
          </a:bodyPr>
          <a:lstStyle/>
          <a:p>
            <a:r>
              <a:rPr lang="fr-FR" sz="900">
                <a:hlinkClick r:id="rId4" tooltip="https://commons.wikimedia.org/wiki/File:JavaScript-logo.png"/>
              </a:rPr>
              <a:t>Cette photo</a:t>
            </a:r>
            <a:r>
              <a:rPr lang="fr-FR" sz="900"/>
              <a:t> par Auteur inconnu est soumise à la licence </a:t>
            </a:r>
            <a:r>
              <a:rPr lang="fr-FR" sz="900">
                <a:hlinkClick r:id="rId5" tooltip="https://creativecommons.org/licenses/by-sa/3.0/"/>
              </a:rPr>
              <a:t>CC BY-SA</a:t>
            </a:r>
            <a:endParaRPr lang="fr-FR" sz="900"/>
          </a:p>
        </p:txBody>
      </p:sp>
      <p:pic>
        <p:nvPicPr>
          <p:cNvPr id="2054" name="Picture 6" descr="W3C HTML5 Logo">
            <a:extLst>
              <a:ext uri="{FF2B5EF4-FFF2-40B4-BE49-F238E27FC236}">
                <a16:creationId xmlns:a16="http://schemas.microsoft.com/office/drawing/2014/main" id="{C86A673D-266A-CBA3-10A1-87F95DAC3F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9762" y="1305447"/>
            <a:ext cx="1347293" cy="1347293"/>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descr="Une image contenant symbole, logo, Graphique, capture d’écran&#10;&#10;Le contenu généré par l’IA peut être incorrect.">
            <a:extLst>
              <a:ext uri="{FF2B5EF4-FFF2-40B4-BE49-F238E27FC236}">
                <a16:creationId xmlns:a16="http://schemas.microsoft.com/office/drawing/2014/main" id="{5B3ADB38-876D-1564-4CF8-95A061C692CA}"/>
              </a:ext>
            </a:extLst>
          </p:cNvPr>
          <p:cNvPicPr>
            <a:picLocks noChangeAspect="1"/>
          </p:cNvPicPr>
          <p:nvPr/>
        </p:nvPicPr>
        <p:blipFill>
          <a:blip r:embed="rId7"/>
          <a:stretch>
            <a:fillRect/>
          </a:stretch>
        </p:blipFill>
        <p:spPr>
          <a:xfrm>
            <a:off x="5869861" y="2652740"/>
            <a:ext cx="1769481" cy="1858359"/>
          </a:xfrm>
          <a:prstGeom prst="rect">
            <a:avLst/>
          </a:prstGeom>
        </p:spPr>
      </p:pic>
      <p:sp>
        <p:nvSpPr>
          <p:cNvPr id="13" name="AutoShape 18" descr="Spring Boot Logo Icon PNG Images - CleanPNG">
            <a:extLst>
              <a:ext uri="{FF2B5EF4-FFF2-40B4-BE49-F238E27FC236}">
                <a16:creationId xmlns:a16="http://schemas.microsoft.com/office/drawing/2014/main" id="{FFABEFB1-1CD6-AFF7-6682-240A7A7C3021}"/>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7" name="Image 16" descr="Une image contenant Police, Graphique, logo, graphisme&#10;&#10;Le contenu généré par l’IA peut être incorrect.">
            <a:extLst>
              <a:ext uri="{FF2B5EF4-FFF2-40B4-BE49-F238E27FC236}">
                <a16:creationId xmlns:a16="http://schemas.microsoft.com/office/drawing/2014/main" id="{731230AD-6D06-5E8A-A58E-79B5F00E0FF2}"/>
              </a:ext>
            </a:extLst>
          </p:cNvPr>
          <p:cNvPicPr>
            <a:picLocks noChangeAspect="1"/>
          </p:cNvPicPr>
          <p:nvPr/>
        </p:nvPicPr>
        <p:blipFill>
          <a:blip r:embed="rId8"/>
          <a:stretch>
            <a:fillRect/>
          </a:stretch>
        </p:blipFill>
        <p:spPr>
          <a:xfrm>
            <a:off x="734414" y="1062400"/>
            <a:ext cx="1594711" cy="877091"/>
          </a:xfrm>
          <a:prstGeom prst="rect">
            <a:avLst/>
          </a:prstGeom>
        </p:spPr>
      </p:pic>
      <p:pic>
        <p:nvPicPr>
          <p:cNvPr id="19" name="Image 18" descr="Une image contenant Graphique, Police, graphisme, logo&#10;&#10;Le contenu généré par l’IA peut être incorrect.">
            <a:extLst>
              <a:ext uri="{FF2B5EF4-FFF2-40B4-BE49-F238E27FC236}">
                <a16:creationId xmlns:a16="http://schemas.microsoft.com/office/drawing/2014/main" id="{97A3D4C2-7480-18DA-8636-B76BD1BE5950}"/>
              </a:ext>
            </a:extLst>
          </p:cNvPr>
          <p:cNvPicPr>
            <a:picLocks noChangeAspect="1"/>
          </p:cNvPicPr>
          <p:nvPr/>
        </p:nvPicPr>
        <p:blipFill>
          <a:blip r:embed="rId9"/>
          <a:stretch>
            <a:fillRect/>
          </a:stretch>
        </p:blipFill>
        <p:spPr>
          <a:xfrm>
            <a:off x="1683955" y="2086824"/>
            <a:ext cx="2193377" cy="1495095"/>
          </a:xfrm>
          <a:prstGeom prst="rect">
            <a:avLst/>
          </a:prstGeom>
        </p:spPr>
      </p:pic>
      <p:sp>
        <p:nvSpPr>
          <p:cNvPr id="22" name="AutoShape 4">
            <a:extLst>
              <a:ext uri="{FF2B5EF4-FFF2-40B4-BE49-F238E27FC236}">
                <a16:creationId xmlns:a16="http://schemas.microsoft.com/office/drawing/2014/main" id="{0EB419B5-36CC-4C65-430D-79B883C4FFB8}"/>
              </a:ext>
            </a:extLst>
          </p:cNvPr>
          <p:cNvSpPr/>
          <p:nvPr/>
        </p:nvSpPr>
        <p:spPr>
          <a:xfrm flipV="1">
            <a:off x="4674476" y="725213"/>
            <a:ext cx="7883" cy="3894083"/>
          </a:xfrm>
          <a:prstGeom prst="line">
            <a:avLst/>
          </a:prstGeom>
          <a:ln w="38100" cap="flat">
            <a:solidFill>
              <a:srgbClr val="000000"/>
            </a:solidFill>
            <a:prstDash val="solid"/>
            <a:headEnd type="none" w="sm" len="sm"/>
            <a:tailEnd type="none" w="sm" len="sm"/>
          </a:ln>
        </p:spPr>
        <p:txBody>
          <a:bodyPr/>
          <a:lstStyle/>
          <a:p>
            <a:pPr algn="r" rtl="1"/>
            <a:endParaRPr lang="fr-FR" dirty="0"/>
          </a:p>
        </p:txBody>
      </p:sp>
      <p:pic>
        <p:nvPicPr>
          <p:cNvPr id="24" name="Image 23" descr="Une image contenant texte, Graphique, Police, capture d’écran&#10;&#10;Le contenu généré par l’IA peut être incorrect.">
            <a:extLst>
              <a:ext uri="{FF2B5EF4-FFF2-40B4-BE49-F238E27FC236}">
                <a16:creationId xmlns:a16="http://schemas.microsoft.com/office/drawing/2014/main" id="{CB1BB295-0548-73E8-CBE0-A5B55DD803BD}"/>
              </a:ext>
            </a:extLst>
          </p:cNvPr>
          <p:cNvPicPr>
            <a:picLocks noChangeAspect="1"/>
          </p:cNvPicPr>
          <p:nvPr/>
        </p:nvPicPr>
        <p:blipFill>
          <a:blip r:embed="rId10"/>
          <a:srcRect l="1268" r="-1268" b="11492"/>
          <a:stretch>
            <a:fillRect/>
          </a:stretch>
        </p:blipFill>
        <p:spPr>
          <a:xfrm>
            <a:off x="1429294" y="1500945"/>
            <a:ext cx="1477949" cy="1308100"/>
          </a:xfrm>
          <a:prstGeom prst="rect">
            <a:avLst/>
          </a:prstGeom>
        </p:spPr>
      </p:pic>
      <p:sp>
        <p:nvSpPr>
          <p:cNvPr id="27" name="ZoneTexte 26">
            <a:extLst>
              <a:ext uri="{FF2B5EF4-FFF2-40B4-BE49-F238E27FC236}">
                <a16:creationId xmlns:a16="http://schemas.microsoft.com/office/drawing/2014/main" id="{725F6A43-ADB0-BE95-2C8E-31ACB36067BC}"/>
              </a:ext>
            </a:extLst>
          </p:cNvPr>
          <p:cNvSpPr txBox="1"/>
          <p:nvPr/>
        </p:nvSpPr>
        <p:spPr>
          <a:xfrm>
            <a:off x="750032" y="508634"/>
            <a:ext cx="4572000" cy="461665"/>
          </a:xfrm>
          <a:prstGeom prst="rect">
            <a:avLst/>
          </a:prstGeom>
          <a:noFill/>
        </p:spPr>
        <p:txBody>
          <a:bodyPr wrap="square">
            <a:spAutoFit/>
          </a:bodyPr>
          <a:lstStyle/>
          <a:p>
            <a:r>
              <a:rPr lang="en-US" sz="2400" b="1" dirty="0">
                <a:solidFill>
                  <a:srgbClr val="0D2243"/>
                </a:solidFill>
                <a:latin typeface="Sora"/>
                <a:ea typeface="RQND Pro Condensed"/>
                <a:cs typeface="RQND Pro Condensed"/>
                <a:sym typeface="RQND Pro Condensed"/>
              </a:rPr>
              <a:t>Backend :</a:t>
            </a:r>
            <a:endParaRPr lang="fr-FR" sz="2400" b="1" dirty="0">
              <a:latin typeface="Sora"/>
            </a:endParaRPr>
          </a:p>
        </p:txBody>
      </p:sp>
      <p:sp>
        <p:nvSpPr>
          <p:cNvPr id="29" name="ZoneTexte 28">
            <a:extLst>
              <a:ext uri="{FF2B5EF4-FFF2-40B4-BE49-F238E27FC236}">
                <a16:creationId xmlns:a16="http://schemas.microsoft.com/office/drawing/2014/main" id="{F5A9603A-6773-A59C-E7FA-D1AEAAAE966A}"/>
              </a:ext>
            </a:extLst>
          </p:cNvPr>
          <p:cNvSpPr txBox="1"/>
          <p:nvPr/>
        </p:nvSpPr>
        <p:spPr>
          <a:xfrm>
            <a:off x="4937235" y="549421"/>
            <a:ext cx="4572000" cy="461665"/>
          </a:xfrm>
          <a:prstGeom prst="rect">
            <a:avLst/>
          </a:prstGeom>
          <a:noFill/>
        </p:spPr>
        <p:txBody>
          <a:bodyPr wrap="square">
            <a:spAutoFit/>
          </a:bodyPr>
          <a:lstStyle/>
          <a:p>
            <a:r>
              <a:rPr lang="en-US" sz="2000" b="1" dirty="0">
                <a:solidFill>
                  <a:srgbClr val="0D2243"/>
                </a:solidFill>
                <a:latin typeface="RQND Pro Condensed"/>
                <a:ea typeface="RQND Pro Condensed"/>
                <a:cs typeface="RQND Pro Condensed"/>
                <a:sym typeface="RQND Pro Condensed"/>
              </a:rPr>
              <a:t>Frontend</a:t>
            </a:r>
            <a:r>
              <a:rPr lang="en-US" sz="2400" b="1" dirty="0">
                <a:solidFill>
                  <a:srgbClr val="0D2243"/>
                </a:solidFill>
                <a:latin typeface="RQND Pro Condensed"/>
                <a:ea typeface="RQND Pro Condensed"/>
                <a:cs typeface="RQND Pro Condensed"/>
                <a:sym typeface="RQND Pro Condensed"/>
              </a:rPr>
              <a:t> :</a:t>
            </a:r>
            <a:endParaRPr lang="fr-FR" sz="2400" b="1" dirty="0"/>
          </a:p>
        </p:txBody>
      </p:sp>
      <p:sp>
        <p:nvSpPr>
          <p:cNvPr id="2" name="TextBox 1">
            <a:extLst>
              <a:ext uri="{FF2B5EF4-FFF2-40B4-BE49-F238E27FC236}">
                <a16:creationId xmlns:a16="http://schemas.microsoft.com/office/drawing/2014/main" id="{B5B2CDE3-7909-5C7C-1119-D2AACB4389C8}"/>
              </a:ext>
            </a:extLst>
          </p:cNvPr>
          <p:cNvSpPr txBox="1"/>
          <p:nvPr/>
        </p:nvSpPr>
        <p:spPr>
          <a:xfrm>
            <a:off x="8660780" y="4728117"/>
            <a:ext cx="483220" cy="307777"/>
          </a:xfrm>
          <a:prstGeom prst="rect">
            <a:avLst/>
          </a:prstGeom>
          <a:noFill/>
        </p:spPr>
        <p:txBody>
          <a:bodyPr wrap="square" rtlCol="0">
            <a:spAutoFit/>
          </a:bodyPr>
          <a:lstStyle/>
          <a:p>
            <a:pPr algn="r"/>
            <a:r>
              <a:rPr lang="fr-FR" dirty="0"/>
              <a:t>10</a:t>
            </a:r>
          </a:p>
        </p:txBody>
      </p:sp>
    </p:spTree>
    <p:extLst>
      <p:ext uri="{BB962C8B-B14F-4D97-AF65-F5344CB8AC3E}">
        <p14:creationId xmlns:p14="http://schemas.microsoft.com/office/powerpoint/2010/main" val="1665114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49C298CB-44ED-8B35-47DA-596B7800F6A3}"/>
            </a:ext>
          </a:extLst>
        </p:cNvPr>
        <p:cNvGrpSpPr/>
        <p:nvPr/>
      </p:nvGrpSpPr>
      <p:grpSpPr>
        <a:xfrm>
          <a:off x="0" y="0"/>
          <a:ext cx="0" cy="0"/>
          <a:chOff x="0" y="0"/>
          <a:chExt cx="0" cy="0"/>
        </a:xfrm>
      </p:grpSpPr>
      <p:sp>
        <p:nvSpPr>
          <p:cNvPr id="13" name="AutoShape 18" descr="Spring Boot Logo Icon PNG Images - CleanPNG">
            <a:extLst>
              <a:ext uri="{FF2B5EF4-FFF2-40B4-BE49-F238E27FC236}">
                <a16:creationId xmlns:a16="http://schemas.microsoft.com/office/drawing/2014/main" id="{45B40DA6-F52B-535B-5E65-8D5FD72FC16C}"/>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4" name="Picture 2" descr="Exploitation du service JMX avec Java RMI - XMCO">
            <a:extLst>
              <a:ext uri="{FF2B5EF4-FFF2-40B4-BE49-F238E27FC236}">
                <a16:creationId xmlns:a16="http://schemas.microsoft.com/office/drawing/2014/main" id="{8B2F86B4-527A-D8B0-91BA-4F1303B63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3490" y="1509743"/>
            <a:ext cx="1366807" cy="136680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QTT Specification">
            <a:extLst>
              <a:ext uri="{FF2B5EF4-FFF2-40B4-BE49-F238E27FC236}">
                <a16:creationId xmlns:a16="http://schemas.microsoft.com/office/drawing/2014/main" id="{F3312FBE-54AF-01DC-01C2-D8F1C0E627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6089" y="1993900"/>
            <a:ext cx="2356473" cy="20193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9A795815-90E8-8945-7AE4-766B0063459E}"/>
              </a:ext>
            </a:extLst>
          </p:cNvPr>
          <p:cNvSpPr txBox="1"/>
          <p:nvPr/>
        </p:nvSpPr>
        <p:spPr>
          <a:xfrm>
            <a:off x="686532" y="668635"/>
            <a:ext cx="4572000" cy="461665"/>
          </a:xfrm>
          <a:prstGeom prst="rect">
            <a:avLst/>
          </a:prstGeom>
          <a:noFill/>
        </p:spPr>
        <p:txBody>
          <a:bodyPr wrap="square">
            <a:spAutoFit/>
          </a:bodyPr>
          <a:lstStyle/>
          <a:p>
            <a:r>
              <a:rPr lang="en-US" sz="2400" b="1" dirty="0"/>
              <a:t>Communication :</a:t>
            </a:r>
            <a:endParaRPr lang="fr-FR" sz="2400" b="1" dirty="0">
              <a:latin typeface="Sora"/>
            </a:endParaRPr>
          </a:p>
        </p:txBody>
      </p:sp>
      <p:sp>
        <p:nvSpPr>
          <p:cNvPr id="2" name="TextBox 1">
            <a:extLst>
              <a:ext uri="{FF2B5EF4-FFF2-40B4-BE49-F238E27FC236}">
                <a16:creationId xmlns:a16="http://schemas.microsoft.com/office/drawing/2014/main" id="{E6087630-C421-A9B9-E777-3BA4CD641CB4}"/>
              </a:ext>
            </a:extLst>
          </p:cNvPr>
          <p:cNvSpPr txBox="1"/>
          <p:nvPr/>
        </p:nvSpPr>
        <p:spPr>
          <a:xfrm>
            <a:off x="8660780" y="4728117"/>
            <a:ext cx="483220" cy="307777"/>
          </a:xfrm>
          <a:prstGeom prst="rect">
            <a:avLst/>
          </a:prstGeom>
          <a:noFill/>
        </p:spPr>
        <p:txBody>
          <a:bodyPr wrap="square" rtlCol="0">
            <a:spAutoFit/>
          </a:bodyPr>
          <a:lstStyle/>
          <a:p>
            <a:pPr algn="r"/>
            <a:r>
              <a:rPr lang="fr-FR" dirty="0"/>
              <a:t>11</a:t>
            </a:r>
          </a:p>
        </p:txBody>
      </p:sp>
    </p:spTree>
    <p:extLst>
      <p:ext uri="{BB962C8B-B14F-4D97-AF65-F5344CB8AC3E}">
        <p14:creationId xmlns:p14="http://schemas.microsoft.com/office/powerpoint/2010/main" val="1058823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3BDB8139-D2F7-1537-FAA7-D63577F1B0A2}"/>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1F64F9AA-E058-5460-E6CE-7F5A7D60612C}"/>
              </a:ext>
            </a:extLst>
          </p:cNvPr>
          <p:cNvSpPr txBox="1">
            <a:spLocks noGrp="1"/>
          </p:cNvSpPr>
          <p:nvPr>
            <p:ph type="title"/>
          </p:nvPr>
        </p:nvSpPr>
        <p:spPr>
          <a:xfrm>
            <a:off x="4130550" y="2495575"/>
            <a:ext cx="4300200" cy="1427850"/>
          </a:xfrm>
          <a:prstGeom prst="rect">
            <a:avLst/>
          </a:prstGeom>
        </p:spPr>
        <p:txBody>
          <a:bodyPr spcFirstLastPara="1" wrap="square" lIns="91425" tIns="91425" rIns="91425" bIns="91425" anchor="t" anchorCtr="0">
            <a:noAutofit/>
          </a:bodyPr>
          <a:lstStyle/>
          <a:p>
            <a:r>
              <a:rPr lang="en-US" dirty="0" err="1"/>
              <a:t>Défis</a:t>
            </a:r>
            <a:r>
              <a:rPr lang="en-US" dirty="0"/>
              <a:t> Techniques et Solutions</a:t>
            </a:r>
            <a:endParaRPr lang="fr-FR" dirty="0">
              <a:effectLst/>
            </a:endParaRPr>
          </a:p>
        </p:txBody>
      </p:sp>
      <p:sp>
        <p:nvSpPr>
          <p:cNvPr id="1290" name="Google Shape;1290;p28">
            <a:extLst>
              <a:ext uri="{FF2B5EF4-FFF2-40B4-BE49-F238E27FC236}">
                <a16:creationId xmlns:a16="http://schemas.microsoft.com/office/drawing/2014/main" id="{3DA66714-1C07-05FC-8111-81FD463C5DD2}"/>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grpSp>
        <p:nvGrpSpPr>
          <p:cNvPr id="1291" name="Google Shape;1291;p28">
            <a:extLst>
              <a:ext uri="{FF2B5EF4-FFF2-40B4-BE49-F238E27FC236}">
                <a16:creationId xmlns:a16="http://schemas.microsoft.com/office/drawing/2014/main" id="{5115D184-E85A-8421-F8E0-81529DD734DF}"/>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015CDDCE-BA25-04CA-DF09-E86B0FDFE74D}"/>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477108B0-7080-98BE-23FF-084D574DF8AC}"/>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89C72FFA-A1FD-FCD6-1B61-313E64902EC4}"/>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A4436009-DA21-1DA3-5365-A5D53D0889B2}"/>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224CED65-9065-84DA-DB1F-E80AC7FB3DFC}"/>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D75EEE02-DD1D-8B3C-D53D-25EA261D6286}"/>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205940F3-8B36-BF5E-F3A1-AC76B8A64446}"/>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1CA7B197-5873-208B-6C1F-E3FA79CFF28F}"/>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68A7C337-F562-0C99-4EDF-0EACF24ACEE1}"/>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EA05D462-DE3F-F4D2-B824-E4C5EE0F7499}"/>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4EEAA95F-28F9-5C64-712B-5EBB2898EA93}"/>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B8A89EAD-A813-CD93-F9EC-EB11D1183BD9}"/>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2E7233A2-B4AB-CD9A-289A-C1E8C28726EE}"/>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228A78E0-5846-F3A5-9FAE-F56500BFC93E}"/>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580F1429-C8DA-EF6C-B5AA-79DE12F9F518}"/>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44A994BA-2156-28AD-DAC2-DBB9C4568DC4}"/>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C5DF382B-3335-CB9D-3731-1E547BA04305}"/>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CB0B2F2E-E806-6C9A-FA6D-D9727B3E5A6F}"/>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3BCCC35F-892E-A5D4-596C-E16251E712C6}"/>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5493F89D-4FA5-09D9-8BE4-DF24997B234E}"/>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D2A60FC4-B845-1778-7150-8B08731F7F78}"/>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6DC2F0C0-6DA7-5272-A4C1-269E577AC31A}"/>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CBA11874-DDF0-8B2C-B0F2-89F3E8D43851}"/>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918C7298-DC43-CB62-C37C-35E4CA95268D}"/>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8D81A66E-E2AF-5BF0-51CC-19392930BEC3}"/>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F2E9A34C-D5CE-2A8F-34C6-8861E24E06AF}"/>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F0B54E85-0E96-6553-A211-31384336227C}"/>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8FC2B2DE-7816-28CE-A9BF-DF372045E8FC}"/>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50AA8068-8805-0A04-FE18-B27E8C46022F}"/>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098A01B1-11F0-3808-AF39-CDFFEFDDC3DD}"/>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EDB5C91C-926B-D87B-4B37-9E5EDC7E2337}"/>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9308A790-3EC9-EA62-3C00-B06680156B49}"/>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11D50C4F-F1C0-DD22-1898-806336F7B438}"/>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A8C21A63-5FF3-09F7-48AC-DE22D3D4C851}"/>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8C4C9311-F2A2-51DB-AD17-289113CAB008}"/>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128AF5A1-78F3-5643-A7A5-6F28E6FD9660}"/>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6BD8FE0E-D56A-5BD6-7D8D-761841013D45}"/>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1D0C1FEF-64EB-AD0B-C74A-0F4986F58AB4}"/>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F2CDD84B-58A6-FDC4-272A-71D9442261F4}"/>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79155178-07C4-CBE4-93BC-175432D604F8}"/>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A37A6250-AA47-3E3A-B3C7-C01056B24DD6}"/>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8763BF96-A1BF-96B7-5C60-33AF2E384098}"/>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6AB86D95-4301-0C40-A553-43CBAD172475}"/>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A587E962-60F9-F07D-B730-318A5FBD9AE6}"/>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37688D53-D56E-7E2B-23B6-B74E4F12E223}"/>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7CA63F3B-002E-1A1F-A17E-C648B34D900E}"/>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4D4ED309-A33C-C58F-3CC4-96EA4191BA21}"/>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355DB927-1770-FE88-9D7F-579A475C18F2}"/>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5971EFAA-D81A-C549-3EC4-2812A4ED2547}"/>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7E2AA281-9110-6AED-C9A0-BF4177A45F7C}"/>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1467D13A-A5A1-D9D2-314A-7040BFA24FE3}"/>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65417E76-AA67-E871-B285-1491C03C43C7}"/>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10FEC861-5726-20EA-C915-82796071C11A}"/>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8B1E74A3-6F4C-F9D8-A0CF-7B546EC2D31E}"/>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2CC054C2-830E-FB49-F4B4-84769F8BEF50}"/>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41190998-2BA9-C463-591D-26C3BFFF2CFF}"/>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661C9853-B94C-0C10-0CDF-416B8A7037BC}"/>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6040967C-C974-F011-9BF4-F5342459A190}"/>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B11A0748-46EA-3CE9-D43F-B524C4CFABD9}"/>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B949F1C7-C198-557C-8752-90548BF8CAC2}"/>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E4127128-5D25-10D3-FEE0-6BFFADAC782D}"/>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C39A5624-4E21-125C-191C-0441B8AAF6E1}"/>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25F24E1B-EC90-8D89-76BD-1AA295235824}"/>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34335A81-5C80-4E3A-2C54-9678661D5E21}"/>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8390AE5E-85C9-958B-0A9E-42070F46E4A2}"/>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7C6C43BF-0A74-359D-8C51-D11F66214E78}"/>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62FEA914-C5E6-B091-B30C-B7AE92FB43E7}"/>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2B18BB10-7DCE-5FEC-C6BB-1B44A8DE1F7F}"/>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BED6D815-8DE7-3F73-4115-5A3DED530BD0}"/>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E92422A2-E0A4-550B-DACD-CD6884285645}"/>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9556E5D6-73AA-E26D-77ED-9B78088922D1}"/>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33572EF5-80F8-FD36-5929-FD02DE240D4E}"/>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F1C6BDC4-AB8D-E811-95DE-F65729519AC8}"/>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621F097C-DE6D-9D5B-4BF8-F0D9BFD9F9E4}"/>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CA866982-D904-5B60-1784-B8825B95C014}"/>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3E0CBBD8-C5ED-A85E-061B-95873B776255}"/>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448649B1-762F-AB1B-B27F-F91B0612D5B7}"/>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4894A67A-6CC6-B3F2-16F8-98B09F402C98}"/>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1A349387-7C57-90D0-F4C5-736F440D24E2}"/>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D076EE67-9E7B-A55B-DC99-E9BBF5E6C5E5}"/>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F817F705-AE58-48F5-FF3E-E7997DA1828A}"/>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31C37539-002D-42E6-9315-C4C231EB77FC}"/>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24D7BACC-7EF4-B5CF-4B96-BEA8793D8720}"/>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E77B4B2A-E8FB-8414-91E1-EF552EB88710}"/>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DFDE2BC5-590E-54D6-82D8-4080B2BA0415}"/>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20023AC6-C738-3FB9-9EB4-147C4145D949}"/>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89B64769-AFDB-6CEA-3DE2-6C172ECEA6E1}"/>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EA30C0C8-8942-F418-CDCB-85CA017F5D9C}"/>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337735D2-1FD8-364F-32E2-D4EFC6560F46}"/>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3781197B-5919-3FCA-C706-11BF6F7FE950}"/>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932B7590-E887-BF40-8F9D-89BC42FC0E67}"/>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4760364E-C50E-9DF3-68FE-A400034EA51D}"/>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3AD5CC62-3CA0-7A37-D868-937E23F758B3}"/>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ADD971D8-F761-7C1E-6F61-4FA415726E7C}"/>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62AA4314-EA98-6E1B-495E-2016B1462F85}"/>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131E48EF-95BF-406A-A296-32872A02C360}"/>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D164AA8B-684C-94C9-F09A-74C411677CFF}"/>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A77D85A0-C2ED-DEE1-8735-79AE0940A80A}"/>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F1CD1270-4BD1-122D-7FA7-07DC21955853}"/>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99992B8B-202A-BD8B-BB9C-71A59DE31C3E}"/>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F73A1D73-369E-C0E6-C221-557AB0586D47}"/>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C75722AC-68D9-55CF-8789-3AB4C055F25C}"/>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E7351E69-AD8D-FBB9-DE91-EEB00314E9B5}"/>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2198BBCE-F23D-2479-3242-40343DC4D054}"/>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955FFFC4-BA6A-7674-A433-B3516F29EC85}"/>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07CC0884-3BAF-3F26-C289-B62E3710906E}"/>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BCB37032-36E8-D8F7-04C4-082DF7BA046B}"/>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564726C6-16CC-19A5-86DF-59659A7870BE}"/>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F7F49CC4-24E7-FC1E-CC86-8F0C02FEA5CA}"/>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F69641FD-201B-D46A-86C9-163D9CAEFFB8}"/>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6E712B4D-8718-C0EE-776D-69EF2F40C1BC}"/>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D0828674-6626-8C64-3BA4-79BAF5D02543}"/>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160A9FA8-5067-690B-39B7-55370E2E6BA2}"/>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2476AD12-68BD-5BCC-CA45-CD448EDE321F}"/>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0D5E5D1F-2375-493D-1224-0F73315C452F}"/>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7A5741F6-6838-D9C9-40DA-49CEB93C7AEC}"/>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D426636C-FFAE-E62E-4E32-0782794D9372}"/>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2E77C8EC-997B-0E18-9408-5079A0459D7A}"/>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1B5CAA1B-EAE8-EEA2-8B36-DC77448E101C}"/>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50D49F9F-2487-D552-4C2B-D43B6C6E8D31}"/>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8AADC30C-01A4-0F91-68E3-4A13C34080B4}"/>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266A0986-2067-DE06-3C4C-31D6EE447E52}"/>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BDFCA719-1235-B262-16DF-804B371C4487}"/>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EC7E78D7-26B7-8120-C9C3-5D5E35139EF1}"/>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0E2ED729-396E-514C-0F7A-A3F9C31C49DF}"/>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DAADC964-200B-B7A3-9D0B-83F591059785}"/>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81B5C48D-FBF7-869A-DCB2-364E1A6770EC}"/>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D24919C1-3370-290E-8735-E26E19B1B2CF}"/>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B60F8AAC-66D4-50C9-B56C-C59C44D69157}"/>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47AE7026-CF7A-E993-6FC9-903F51CA99E9}"/>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3E24F70A-1442-1F59-10A6-73F74292933E}"/>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928019C9-DA50-E7D6-F3ED-62FDDEEFA9E5}"/>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14934D2D-7BA0-C5D8-A072-FC88B71CA0DA}"/>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03216629-7D5D-09FF-E1DF-5D5EFF03E73B}"/>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620BB48C-B0C4-67D2-3890-07B8DAC5B35F}"/>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771E6209-4827-E679-3D2B-337573E81295}"/>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0BA1959C-A90B-1DB7-D76A-8DCB0D6E47EE}"/>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3C2AD155-913B-39B2-0210-E22D00F2613E}"/>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A63335DD-8780-250B-EED4-DDAD5A15C0DE}"/>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21A99DD9-734D-F7B6-A885-71F2DC72D06B}"/>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BCE8EBA4-844D-F1CF-914A-65BB6CF62151}"/>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AAEC0ABF-B679-9164-EE87-188B7A4B17AE}"/>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9D8BFAF2-FC65-6BF0-2DE5-51AEC3E6AB98}"/>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935D5D10-7817-C9E4-B40D-4E4A7C71B9F5}"/>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C1A6A13F-3546-E2EB-BD5F-262760150857}"/>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57BA874F-D7AC-971F-CA54-493919CB30F6}"/>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D0DDBF28-581E-124D-9BB0-5BCE45B2DB0D}"/>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6A813483-7B37-A54E-67BD-E1E1415A8EBE}"/>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6413CAD7-B8EA-490C-899C-38C815771A8B}"/>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66C08EB8-AD84-1DAF-F74A-58E0930A2124}"/>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4BC805F1-3ACE-0FF7-E5EB-7036CD2E8669}"/>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E14B76FF-66CD-48A1-9BDB-CA7CBBFA8B19}"/>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F2FD2EAB-A6E7-9D3C-9BE7-A81F6D384385}"/>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F56A0391-922A-F5B5-2130-74304BC99D4F}"/>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09D92732-CED7-80ED-548A-D483B03691D1}"/>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400B0BE4-2B9D-DE29-374A-767350A3DC4B}"/>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CBAFD2B4-AEE0-1DF1-8F04-F26AB347984F}"/>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80B5F411-7971-3218-BE53-8D541066D52E}"/>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89545771-753D-AE40-EFB7-132848AB3AA4}"/>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962E94F8-B45C-71B4-00CC-3F3C30B565C3}"/>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5ADBCA10-493E-2683-6930-665B4A0C3688}"/>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D943DDBF-9DFC-13A0-3C4B-7085A41A7108}"/>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680283AC-B35B-DD4F-206F-B7D11DCEF94E}"/>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D63D26BE-B043-5E1F-0B47-4E15CEB8983E}"/>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5EEE53F6-B306-7839-EE00-BB3A73C102AE}"/>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5C2EF7DA-E301-F1A3-CA2E-6A669F0D292F}"/>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00D4CD8F-2179-59F8-68CB-6ABDCB45E2CC}"/>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1227C30B-5B96-7BED-AF0C-660FECE27445}"/>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E3A0C29F-FF3B-BB2E-001A-567CA1B3AD75}"/>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E99FE828-1624-5F37-3051-6BAA3B9967D3}"/>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500DE921-BD84-4610-1207-0D7721B3C049}"/>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4D014F9D-2063-0730-35B4-773C00B4F280}"/>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0890B7E4-C53B-3998-9A43-FA9A74A8298B}"/>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7BEA79A3-BD61-E42D-C5FE-3AB3717B6BDF}"/>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A27EC717-FE20-6A53-606E-912C1C4B31BD}"/>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4A5D0302-9791-4175-D890-C252EC48B4A9}"/>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1B99BD77-37EB-AEF8-116B-75C46E4D48A1}"/>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1FC3F3FF-D124-5A0C-372F-9FE51A8BF7F2}"/>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AC90313F-A6C4-81EC-281E-13988128CA6B}"/>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DBEFCE4B-5AB8-8472-1AC1-8D9713032261}"/>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512BEB38-A70A-9B31-EE50-07D0B05100B0}"/>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D5409CB2-0F03-23EC-E93C-AD45E00AF954}"/>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E41F03E7-A449-8B2D-8BCC-523E7B14E891}"/>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678FEB87-0B6F-DB71-5568-E0E681264C78}"/>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9B12EFCB-DCEF-6F42-16F1-6A075CE4381B}"/>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68C89559-2312-4B02-F727-2533CF8496F2}"/>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F55B8CBD-EBB4-F247-8BCD-C3A36A703E64}"/>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179D1C6A-3DD1-21B7-C22F-B643C000E5B4}"/>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9E5B4F8F-0DD9-5F61-0F38-4C253690E7D4}"/>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ACE7CDD1-B5DA-8589-81E3-B3D9B82E2FEA}"/>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8D824131-1493-E602-8302-6FAE16B7277B}"/>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5E4CC549-4FCA-A401-B549-2A83451BCC4E}"/>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5E872653-7EFA-65DD-7EBC-6F416E0E4ABE}"/>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9F007FD1-969E-0290-08F1-02C2AB514BFB}"/>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8085D03D-1777-6594-DA6A-B49E80E416C9}"/>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6FFCCD2D-10F9-6DE3-BF5B-3DE8B9B4D7A4}"/>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4D406732-451E-64D3-CD60-2339A0A9A413}"/>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607056F0-A9E7-5F2E-60F3-B0E65441D971}"/>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F63B97D5-B651-F1AF-44A8-A42F2470CCB2}"/>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90AD5DBE-621D-41B7-9973-FBDDF913031C}"/>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667FF1C1-29E2-ABD3-8CB4-4A66ADE1DBE6}"/>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5DCD5046-7EF4-FC86-0C96-B8713489F920}"/>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0C0BCC26-A0BE-177A-F1DA-88291E758D72}"/>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DCBAC8CB-71BB-A126-FED3-EE3132BC6193}"/>
              </a:ext>
            </a:extLst>
          </p:cNvPr>
          <p:cNvSpPr txBox="1"/>
          <p:nvPr/>
        </p:nvSpPr>
        <p:spPr>
          <a:xfrm>
            <a:off x="8660780" y="4728117"/>
            <a:ext cx="483220" cy="307777"/>
          </a:xfrm>
          <a:prstGeom prst="rect">
            <a:avLst/>
          </a:prstGeom>
          <a:noFill/>
        </p:spPr>
        <p:txBody>
          <a:bodyPr wrap="square" rtlCol="0">
            <a:spAutoFit/>
          </a:bodyPr>
          <a:lstStyle/>
          <a:p>
            <a:pPr algn="r"/>
            <a:r>
              <a:rPr lang="fr-FR" dirty="0"/>
              <a:t>12</a:t>
            </a:r>
          </a:p>
        </p:txBody>
      </p:sp>
    </p:spTree>
    <p:extLst>
      <p:ext uri="{BB962C8B-B14F-4D97-AF65-F5344CB8AC3E}">
        <p14:creationId xmlns:p14="http://schemas.microsoft.com/office/powerpoint/2010/main" val="1912091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E3C5B081-6B1F-6761-EC07-A532B11C137B}"/>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F38BCFC2-3547-FE26-5BB8-EDD800C44820}"/>
              </a:ext>
            </a:extLst>
          </p:cNvPr>
          <p:cNvSpPr txBox="1">
            <a:spLocks noGrp="1"/>
          </p:cNvSpPr>
          <p:nvPr>
            <p:ph type="title"/>
          </p:nvPr>
        </p:nvSpPr>
        <p:spPr>
          <a:xfrm>
            <a:off x="716550" y="898874"/>
            <a:ext cx="7710900" cy="572700"/>
          </a:xfrm>
          <a:prstGeom prst="rect">
            <a:avLst/>
          </a:prstGeom>
        </p:spPr>
        <p:txBody>
          <a:bodyPr spcFirstLastPara="1" wrap="square" lIns="91425" tIns="91425" rIns="91425" bIns="91425" anchor="t" anchorCtr="0">
            <a:noAutofit/>
          </a:bodyPr>
          <a:lstStyle/>
          <a:p>
            <a:r>
              <a:rPr lang="en-US" dirty="0" err="1"/>
              <a:t>Défis</a:t>
            </a:r>
            <a:r>
              <a:rPr lang="en-US" dirty="0"/>
              <a:t> Techniques et Solutions  :</a:t>
            </a:r>
            <a:endParaRPr lang="fr-FR" dirty="0">
              <a:effectLst/>
            </a:endParaRPr>
          </a:p>
        </p:txBody>
      </p:sp>
      <p:grpSp>
        <p:nvGrpSpPr>
          <p:cNvPr id="1504" name="Google Shape;1504;p29">
            <a:extLst>
              <a:ext uri="{FF2B5EF4-FFF2-40B4-BE49-F238E27FC236}">
                <a16:creationId xmlns:a16="http://schemas.microsoft.com/office/drawing/2014/main" id="{CC8041A5-139E-0EF5-EAE5-5DC4751C0A00}"/>
              </a:ext>
            </a:extLst>
          </p:cNvPr>
          <p:cNvGrpSpPr/>
          <p:nvPr/>
        </p:nvGrpSpPr>
        <p:grpSpPr>
          <a:xfrm>
            <a:off x="7225068" y="3582212"/>
            <a:ext cx="1155488" cy="930983"/>
            <a:chOff x="7225068" y="3582212"/>
            <a:chExt cx="1155488" cy="930983"/>
          </a:xfrm>
        </p:grpSpPr>
        <p:grpSp>
          <p:nvGrpSpPr>
            <p:cNvPr id="1505" name="Google Shape;1505;p29">
              <a:extLst>
                <a:ext uri="{FF2B5EF4-FFF2-40B4-BE49-F238E27FC236}">
                  <a16:creationId xmlns:a16="http://schemas.microsoft.com/office/drawing/2014/main" id="{4A3C5532-BB73-AEB5-E7E0-6010A2381B50}"/>
                </a:ext>
              </a:extLst>
            </p:cNvPr>
            <p:cNvGrpSpPr/>
            <p:nvPr/>
          </p:nvGrpSpPr>
          <p:grpSpPr>
            <a:xfrm>
              <a:off x="8190795" y="3582212"/>
              <a:ext cx="189761" cy="189761"/>
              <a:chOff x="5448853" y="3419595"/>
              <a:chExt cx="78736" cy="78736"/>
            </a:xfrm>
          </p:grpSpPr>
          <p:sp>
            <p:nvSpPr>
              <p:cNvPr id="1506" name="Google Shape;1506;p29">
                <a:extLst>
                  <a:ext uri="{FF2B5EF4-FFF2-40B4-BE49-F238E27FC236}">
                    <a16:creationId xmlns:a16="http://schemas.microsoft.com/office/drawing/2014/main" id="{7AFDDF37-2C3C-4C4C-2AA0-6883738BA8DB}"/>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a:extLst>
                  <a:ext uri="{FF2B5EF4-FFF2-40B4-BE49-F238E27FC236}">
                    <a16:creationId xmlns:a16="http://schemas.microsoft.com/office/drawing/2014/main" id="{F2A2FEAA-8BDE-665D-6061-E9AD3B32A496}"/>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a:extLst>
                  <a:ext uri="{FF2B5EF4-FFF2-40B4-BE49-F238E27FC236}">
                    <a16:creationId xmlns:a16="http://schemas.microsoft.com/office/drawing/2014/main" id="{49105D28-68A7-F5AD-7254-0F828ED29615}"/>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a:extLst>
                  <a:ext uri="{FF2B5EF4-FFF2-40B4-BE49-F238E27FC236}">
                    <a16:creationId xmlns:a16="http://schemas.microsoft.com/office/drawing/2014/main" id="{34AEFDE9-1AFA-2EDE-5EEF-D76AD7683995}"/>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a:extLst>
                  <a:ext uri="{FF2B5EF4-FFF2-40B4-BE49-F238E27FC236}">
                    <a16:creationId xmlns:a16="http://schemas.microsoft.com/office/drawing/2014/main" id="{E4970DAD-B087-3445-FB43-DA6A9CF579BC}"/>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a:extLst>
                  <a:ext uri="{FF2B5EF4-FFF2-40B4-BE49-F238E27FC236}">
                    <a16:creationId xmlns:a16="http://schemas.microsoft.com/office/drawing/2014/main" id="{C685DB83-4F29-3751-7755-AFC145A16FDC}"/>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a:extLst>
                  <a:ext uri="{FF2B5EF4-FFF2-40B4-BE49-F238E27FC236}">
                    <a16:creationId xmlns:a16="http://schemas.microsoft.com/office/drawing/2014/main" id="{BF6529C4-34E7-7B68-3510-DA7C34D0286E}"/>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a:extLst>
                  <a:ext uri="{FF2B5EF4-FFF2-40B4-BE49-F238E27FC236}">
                    <a16:creationId xmlns:a16="http://schemas.microsoft.com/office/drawing/2014/main" id="{B2D60789-7C41-FF61-C666-B04B22A977DE}"/>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a:extLst>
                <a:ext uri="{FF2B5EF4-FFF2-40B4-BE49-F238E27FC236}">
                  <a16:creationId xmlns:a16="http://schemas.microsoft.com/office/drawing/2014/main" id="{7E11F044-6E7E-13C1-AFAB-AECE8A186AAB}"/>
                </a:ext>
              </a:extLst>
            </p:cNvPr>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a:extLst>
              <a:ext uri="{FF2B5EF4-FFF2-40B4-BE49-F238E27FC236}">
                <a16:creationId xmlns:a16="http://schemas.microsoft.com/office/drawing/2014/main" id="{37366EEA-4B86-A1D7-8285-5E07A19D9C61}"/>
              </a:ext>
            </a:extLst>
          </p:cNvPr>
          <p:cNvGrpSpPr/>
          <p:nvPr/>
        </p:nvGrpSpPr>
        <p:grpSpPr>
          <a:xfrm>
            <a:off x="6959933" y="2357479"/>
            <a:ext cx="1298848" cy="1015848"/>
            <a:chOff x="781983" y="2939892"/>
            <a:chExt cx="1298848" cy="1015848"/>
          </a:xfrm>
        </p:grpSpPr>
        <p:sp>
          <p:nvSpPr>
            <p:cNvPr id="1516" name="Google Shape;1516;p29">
              <a:extLst>
                <a:ext uri="{FF2B5EF4-FFF2-40B4-BE49-F238E27FC236}">
                  <a16:creationId xmlns:a16="http://schemas.microsoft.com/office/drawing/2014/main" id="{102AD204-755C-887B-F098-47D46AA86ADF}"/>
                </a:ext>
              </a:extLst>
            </p:cNvPr>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a:extLst>
                <a:ext uri="{FF2B5EF4-FFF2-40B4-BE49-F238E27FC236}">
                  <a16:creationId xmlns:a16="http://schemas.microsoft.com/office/drawing/2014/main" id="{F644D67B-BAE1-07E3-0272-A76E5A9924AB}"/>
                </a:ext>
              </a:extLst>
            </p:cNvPr>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a:extLst>
                <a:ext uri="{FF2B5EF4-FFF2-40B4-BE49-F238E27FC236}">
                  <a16:creationId xmlns:a16="http://schemas.microsoft.com/office/drawing/2014/main" id="{ACEE3A38-EC18-F22D-8643-5DDCE6CE3053}"/>
                </a:ext>
              </a:extLst>
            </p:cNvPr>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a:extLst>
                <a:ext uri="{FF2B5EF4-FFF2-40B4-BE49-F238E27FC236}">
                  <a16:creationId xmlns:a16="http://schemas.microsoft.com/office/drawing/2014/main" id="{1F801258-D924-F364-A515-AB446C32E35B}"/>
                </a:ext>
              </a:extLst>
            </p:cNvPr>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a:extLst>
                <a:ext uri="{FF2B5EF4-FFF2-40B4-BE49-F238E27FC236}">
                  <a16:creationId xmlns:a16="http://schemas.microsoft.com/office/drawing/2014/main" id="{DFAA3086-0E0D-9436-4E85-5442E9739AB2}"/>
                </a:ext>
              </a:extLst>
            </p:cNvPr>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a:extLst>
                <a:ext uri="{FF2B5EF4-FFF2-40B4-BE49-F238E27FC236}">
                  <a16:creationId xmlns:a16="http://schemas.microsoft.com/office/drawing/2014/main" id="{1F444675-1C50-947D-F492-78194CBD3C63}"/>
                </a:ext>
              </a:extLst>
            </p:cNvPr>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a:extLst>
                <a:ext uri="{FF2B5EF4-FFF2-40B4-BE49-F238E27FC236}">
                  <a16:creationId xmlns:a16="http://schemas.microsoft.com/office/drawing/2014/main" id="{B195C3F3-F710-041B-FD37-2257B42A06FC}"/>
                </a:ext>
              </a:extLst>
            </p:cNvPr>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a:extLst>
                <a:ext uri="{FF2B5EF4-FFF2-40B4-BE49-F238E27FC236}">
                  <a16:creationId xmlns:a16="http://schemas.microsoft.com/office/drawing/2014/main" id="{98CC1A8A-9A3C-97F3-4561-06043271417B}"/>
                </a:ext>
              </a:extLst>
            </p:cNvPr>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a:extLst>
                <a:ext uri="{FF2B5EF4-FFF2-40B4-BE49-F238E27FC236}">
                  <a16:creationId xmlns:a16="http://schemas.microsoft.com/office/drawing/2014/main" id="{7AD9D665-287F-0979-958F-9175D64AAF8D}"/>
                </a:ext>
              </a:extLst>
            </p:cNvPr>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a:extLst>
                <a:ext uri="{FF2B5EF4-FFF2-40B4-BE49-F238E27FC236}">
                  <a16:creationId xmlns:a16="http://schemas.microsoft.com/office/drawing/2014/main" id="{835C6ADF-4505-DEEE-9473-0D847AA7DF4A}"/>
                </a:ext>
              </a:extLst>
            </p:cNvPr>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a:extLst>
                <a:ext uri="{FF2B5EF4-FFF2-40B4-BE49-F238E27FC236}">
                  <a16:creationId xmlns:a16="http://schemas.microsoft.com/office/drawing/2014/main" id="{57EFDBAE-4CBB-54C5-E2FD-6FEDADA0E86F}"/>
                </a:ext>
              </a:extLst>
            </p:cNvPr>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a:extLst>
                <a:ext uri="{FF2B5EF4-FFF2-40B4-BE49-F238E27FC236}">
                  <a16:creationId xmlns:a16="http://schemas.microsoft.com/office/drawing/2014/main" id="{4C242172-37E9-816D-B1F4-C3EBC184DF69}"/>
                </a:ext>
              </a:extLst>
            </p:cNvPr>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a:extLst>
                <a:ext uri="{FF2B5EF4-FFF2-40B4-BE49-F238E27FC236}">
                  <a16:creationId xmlns:a16="http://schemas.microsoft.com/office/drawing/2014/main" id="{AAE403AF-1259-4462-CCB0-B9F7CC080BD0}"/>
                </a:ext>
              </a:extLst>
            </p:cNvPr>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a:extLst>
                <a:ext uri="{FF2B5EF4-FFF2-40B4-BE49-F238E27FC236}">
                  <a16:creationId xmlns:a16="http://schemas.microsoft.com/office/drawing/2014/main" id="{AB3F7D04-2529-7BD4-540B-2E0387C6F0ED}"/>
                </a:ext>
              </a:extLst>
            </p:cNvPr>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a:extLst>
                <a:ext uri="{FF2B5EF4-FFF2-40B4-BE49-F238E27FC236}">
                  <a16:creationId xmlns:a16="http://schemas.microsoft.com/office/drawing/2014/main" id="{21745A40-6D53-0E62-4A3E-910EC2618D60}"/>
                </a:ext>
              </a:extLst>
            </p:cNvPr>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a:extLst>
                <a:ext uri="{FF2B5EF4-FFF2-40B4-BE49-F238E27FC236}">
                  <a16:creationId xmlns:a16="http://schemas.microsoft.com/office/drawing/2014/main" id="{7316D5A6-AC4E-A6DF-E758-9F60F704F389}"/>
                </a:ext>
              </a:extLst>
            </p:cNvPr>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a:extLst>
                <a:ext uri="{FF2B5EF4-FFF2-40B4-BE49-F238E27FC236}">
                  <a16:creationId xmlns:a16="http://schemas.microsoft.com/office/drawing/2014/main" id="{C30D209F-C986-33AD-9680-1E412EB87F7B}"/>
                </a:ext>
              </a:extLst>
            </p:cNvPr>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a:extLst>
                <a:ext uri="{FF2B5EF4-FFF2-40B4-BE49-F238E27FC236}">
                  <a16:creationId xmlns:a16="http://schemas.microsoft.com/office/drawing/2014/main" id="{4FBBD825-6BEA-4A2D-AA80-8F599C9159DB}"/>
                </a:ext>
              </a:extLst>
            </p:cNvPr>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a:extLst>
                <a:ext uri="{FF2B5EF4-FFF2-40B4-BE49-F238E27FC236}">
                  <a16:creationId xmlns:a16="http://schemas.microsoft.com/office/drawing/2014/main" id="{663B67F2-4CA1-EE7F-F4A0-AE6CC622C43E}"/>
                </a:ext>
              </a:extLst>
            </p:cNvPr>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a:extLst>
                <a:ext uri="{FF2B5EF4-FFF2-40B4-BE49-F238E27FC236}">
                  <a16:creationId xmlns:a16="http://schemas.microsoft.com/office/drawing/2014/main" id="{EFB22E2F-1C42-F3FA-F227-C2FE05BDF4A0}"/>
                </a:ext>
              </a:extLst>
            </p:cNvPr>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a:extLst>
                <a:ext uri="{FF2B5EF4-FFF2-40B4-BE49-F238E27FC236}">
                  <a16:creationId xmlns:a16="http://schemas.microsoft.com/office/drawing/2014/main" id="{93A51282-9FA2-DA67-6D4D-559CB1116B95}"/>
                </a:ext>
              </a:extLst>
            </p:cNvPr>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a:extLst>
                <a:ext uri="{FF2B5EF4-FFF2-40B4-BE49-F238E27FC236}">
                  <a16:creationId xmlns:a16="http://schemas.microsoft.com/office/drawing/2014/main" id="{3F00EE89-DA40-A860-F76B-C01FDB92B8B6}"/>
                </a:ext>
              </a:extLst>
            </p:cNvPr>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a:extLst>
                <a:ext uri="{FF2B5EF4-FFF2-40B4-BE49-F238E27FC236}">
                  <a16:creationId xmlns:a16="http://schemas.microsoft.com/office/drawing/2014/main" id="{E16583D4-249F-E316-6F09-75E8F3C5FDE3}"/>
                </a:ext>
              </a:extLst>
            </p:cNvPr>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a:extLst>
                <a:ext uri="{FF2B5EF4-FFF2-40B4-BE49-F238E27FC236}">
                  <a16:creationId xmlns:a16="http://schemas.microsoft.com/office/drawing/2014/main" id="{D957BBA6-60FE-D735-CB68-E890FA102EDB}"/>
                </a:ext>
              </a:extLst>
            </p:cNvPr>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a:extLst>
                <a:ext uri="{FF2B5EF4-FFF2-40B4-BE49-F238E27FC236}">
                  <a16:creationId xmlns:a16="http://schemas.microsoft.com/office/drawing/2014/main" id="{CAF440EF-BB7D-EB5D-64F8-5D8896A1C6C7}"/>
                </a:ext>
              </a:extLst>
            </p:cNvPr>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a:extLst>
                <a:ext uri="{FF2B5EF4-FFF2-40B4-BE49-F238E27FC236}">
                  <a16:creationId xmlns:a16="http://schemas.microsoft.com/office/drawing/2014/main" id="{6382614B-38B9-03AF-41F8-FFCDEC213BA8}"/>
                </a:ext>
              </a:extLst>
            </p:cNvPr>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a:extLst>
                <a:ext uri="{FF2B5EF4-FFF2-40B4-BE49-F238E27FC236}">
                  <a16:creationId xmlns:a16="http://schemas.microsoft.com/office/drawing/2014/main" id="{C29E1679-B1ED-E538-77EA-09DDB3A9CF41}"/>
                </a:ext>
              </a:extLst>
            </p:cNvPr>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a:extLst>
                <a:ext uri="{FF2B5EF4-FFF2-40B4-BE49-F238E27FC236}">
                  <a16:creationId xmlns:a16="http://schemas.microsoft.com/office/drawing/2014/main" id="{99D5CE4C-B9DC-5794-222F-728DF20FDDB3}"/>
                </a:ext>
              </a:extLst>
            </p:cNvPr>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a:extLst>
              <a:ext uri="{FF2B5EF4-FFF2-40B4-BE49-F238E27FC236}">
                <a16:creationId xmlns:a16="http://schemas.microsoft.com/office/drawing/2014/main" id="{A13FCE70-5682-E5F8-A66D-FDC71E1739B8}"/>
              </a:ext>
            </a:extLst>
          </p:cNvPr>
          <p:cNvGrpSpPr/>
          <p:nvPr/>
        </p:nvGrpSpPr>
        <p:grpSpPr>
          <a:xfrm>
            <a:off x="6414297" y="1204526"/>
            <a:ext cx="1469314" cy="944106"/>
            <a:chOff x="5423018" y="1213448"/>
            <a:chExt cx="1203665" cy="773414"/>
          </a:xfrm>
        </p:grpSpPr>
        <p:sp>
          <p:nvSpPr>
            <p:cNvPr id="1545" name="Google Shape;1545;p29">
              <a:extLst>
                <a:ext uri="{FF2B5EF4-FFF2-40B4-BE49-F238E27FC236}">
                  <a16:creationId xmlns:a16="http://schemas.microsoft.com/office/drawing/2014/main" id="{B528064E-10E9-270C-5A9F-DE27D7D3F31D}"/>
                </a:ext>
              </a:extLst>
            </p:cNvPr>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a:extLst>
                <a:ext uri="{FF2B5EF4-FFF2-40B4-BE49-F238E27FC236}">
                  <a16:creationId xmlns:a16="http://schemas.microsoft.com/office/drawing/2014/main" id="{A2792C60-73A6-B562-D286-84C5590BE655}"/>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a:extLst>
                <a:ext uri="{FF2B5EF4-FFF2-40B4-BE49-F238E27FC236}">
                  <a16:creationId xmlns:a16="http://schemas.microsoft.com/office/drawing/2014/main" id="{651E0DAB-5385-0CCC-B7E5-A16F02029066}"/>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a:extLst>
                <a:ext uri="{FF2B5EF4-FFF2-40B4-BE49-F238E27FC236}">
                  <a16:creationId xmlns:a16="http://schemas.microsoft.com/office/drawing/2014/main" id="{92A297DE-EB71-8B34-55EC-D4A770FFE6C2}"/>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a:extLst>
                <a:ext uri="{FF2B5EF4-FFF2-40B4-BE49-F238E27FC236}">
                  <a16:creationId xmlns:a16="http://schemas.microsoft.com/office/drawing/2014/main" id="{4604B7F9-075C-8E4C-61D6-77A03A91DCBE}"/>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a:extLst>
                <a:ext uri="{FF2B5EF4-FFF2-40B4-BE49-F238E27FC236}">
                  <a16:creationId xmlns:a16="http://schemas.microsoft.com/office/drawing/2014/main" id="{90753029-346A-942B-81CE-257DB3E20D62}"/>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a:extLst>
                <a:ext uri="{FF2B5EF4-FFF2-40B4-BE49-F238E27FC236}">
                  <a16:creationId xmlns:a16="http://schemas.microsoft.com/office/drawing/2014/main" id="{26606C03-334F-0BBE-4A9D-8F2D81B70E78}"/>
                </a:ext>
              </a:extLst>
            </p:cNvPr>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a:extLst>
                <a:ext uri="{FF2B5EF4-FFF2-40B4-BE49-F238E27FC236}">
                  <a16:creationId xmlns:a16="http://schemas.microsoft.com/office/drawing/2014/main" id="{7763808B-A81A-1648-55CE-89BB29D66E26}"/>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a:extLst>
                <a:ext uri="{FF2B5EF4-FFF2-40B4-BE49-F238E27FC236}">
                  <a16:creationId xmlns:a16="http://schemas.microsoft.com/office/drawing/2014/main" id="{FD0020C2-5205-00D5-F2A9-2A37DECB6111}"/>
                </a:ext>
              </a:extLst>
            </p:cNvPr>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a:extLst>
                <a:ext uri="{FF2B5EF4-FFF2-40B4-BE49-F238E27FC236}">
                  <a16:creationId xmlns:a16="http://schemas.microsoft.com/office/drawing/2014/main" id="{948E42FC-2CCC-8822-07B3-F8EC08F1C2B6}"/>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a:extLst>
                <a:ext uri="{FF2B5EF4-FFF2-40B4-BE49-F238E27FC236}">
                  <a16:creationId xmlns:a16="http://schemas.microsoft.com/office/drawing/2014/main" id="{1C286011-F375-6E77-063B-EDC33A374BEB}"/>
                </a:ext>
              </a:extLst>
            </p:cNvPr>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a:extLst>
                <a:ext uri="{FF2B5EF4-FFF2-40B4-BE49-F238E27FC236}">
                  <a16:creationId xmlns:a16="http://schemas.microsoft.com/office/drawing/2014/main" id="{F0EB56F6-9E7F-83B5-D788-464FFDDB357B}"/>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a:extLst>
                <a:ext uri="{FF2B5EF4-FFF2-40B4-BE49-F238E27FC236}">
                  <a16:creationId xmlns:a16="http://schemas.microsoft.com/office/drawing/2014/main" id="{4DC1961A-BB8A-545B-AA48-92C992B34D8C}"/>
                </a:ext>
              </a:extLst>
            </p:cNvPr>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a:extLst>
                <a:ext uri="{FF2B5EF4-FFF2-40B4-BE49-F238E27FC236}">
                  <a16:creationId xmlns:a16="http://schemas.microsoft.com/office/drawing/2014/main" id="{82587009-9158-A6CA-4FDC-8E100CAEEA0B}"/>
                </a:ext>
              </a:extLst>
            </p:cNvPr>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a:extLst>
                <a:ext uri="{FF2B5EF4-FFF2-40B4-BE49-F238E27FC236}">
                  <a16:creationId xmlns:a16="http://schemas.microsoft.com/office/drawing/2014/main" id="{EA8F4EF7-88CD-D8F6-B743-C03313B1D2F8}"/>
                </a:ext>
              </a:extLst>
            </p:cNvPr>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a:extLst>
                <a:ext uri="{FF2B5EF4-FFF2-40B4-BE49-F238E27FC236}">
                  <a16:creationId xmlns:a16="http://schemas.microsoft.com/office/drawing/2014/main" id="{4AF85D52-C0CC-6030-8B82-4624786A9B5C}"/>
                </a:ext>
              </a:extLst>
            </p:cNvPr>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a:extLst>
                <a:ext uri="{FF2B5EF4-FFF2-40B4-BE49-F238E27FC236}">
                  <a16:creationId xmlns:a16="http://schemas.microsoft.com/office/drawing/2014/main" id="{AE42E1D4-7190-1C97-7074-2D9D32B446A0}"/>
                </a:ext>
              </a:extLst>
            </p:cNvPr>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a:extLst>
                <a:ext uri="{FF2B5EF4-FFF2-40B4-BE49-F238E27FC236}">
                  <a16:creationId xmlns:a16="http://schemas.microsoft.com/office/drawing/2014/main" id="{B29ECEAC-0065-FA03-60C7-86C97BCD22C3}"/>
                </a:ext>
              </a:extLst>
            </p:cNvPr>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a:extLst>
                <a:ext uri="{FF2B5EF4-FFF2-40B4-BE49-F238E27FC236}">
                  <a16:creationId xmlns:a16="http://schemas.microsoft.com/office/drawing/2014/main" id="{1F8DC16B-70D1-873B-F4CD-6F85B419AACF}"/>
                </a:ext>
              </a:extLst>
            </p:cNvPr>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a:extLst>
                <a:ext uri="{FF2B5EF4-FFF2-40B4-BE49-F238E27FC236}">
                  <a16:creationId xmlns:a16="http://schemas.microsoft.com/office/drawing/2014/main" id="{9FA46D28-84D5-66B3-6D29-19BC73838930}"/>
                </a:ext>
              </a:extLst>
            </p:cNvPr>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a:extLst>
                <a:ext uri="{FF2B5EF4-FFF2-40B4-BE49-F238E27FC236}">
                  <a16:creationId xmlns:a16="http://schemas.microsoft.com/office/drawing/2014/main" id="{74641A74-87AA-9505-4FEA-4C25BC1526E6}"/>
                </a:ext>
              </a:extLst>
            </p:cNvPr>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a:extLst>
                <a:ext uri="{FF2B5EF4-FFF2-40B4-BE49-F238E27FC236}">
                  <a16:creationId xmlns:a16="http://schemas.microsoft.com/office/drawing/2014/main" id="{92A8A212-1BE0-7419-A3AE-AA93B488EAF7}"/>
                </a:ext>
              </a:extLst>
            </p:cNvPr>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a:extLst>
                <a:ext uri="{FF2B5EF4-FFF2-40B4-BE49-F238E27FC236}">
                  <a16:creationId xmlns:a16="http://schemas.microsoft.com/office/drawing/2014/main" id="{4A86C32E-3DA9-C194-A119-A039E1251241}"/>
                </a:ext>
              </a:extLst>
            </p:cNvPr>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a:extLst>
                <a:ext uri="{FF2B5EF4-FFF2-40B4-BE49-F238E27FC236}">
                  <a16:creationId xmlns:a16="http://schemas.microsoft.com/office/drawing/2014/main" id="{822EC5A3-AB3B-1486-48B3-878E71A54968}"/>
                </a:ext>
              </a:extLst>
            </p:cNvPr>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a:extLst>
                <a:ext uri="{FF2B5EF4-FFF2-40B4-BE49-F238E27FC236}">
                  <a16:creationId xmlns:a16="http://schemas.microsoft.com/office/drawing/2014/main" id="{577DF67A-8814-1123-9455-112A62A44289}"/>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a:extLst>
                <a:ext uri="{FF2B5EF4-FFF2-40B4-BE49-F238E27FC236}">
                  <a16:creationId xmlns:a16="http://schemas.microsoft.com/office/drawing/2014/main" id="{C3D8B1C5-2049-9815-BC60-8C82B7E58D20}"/>
                </a:ext>
              </a:extLst>
            </p:cNvPr>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a:extLst>
                <a:ext uri="{FF2B5EF4-FFF2-40B4-BE49-F238E27FC236}">
                  <a16:creationId xmlns:a16="http://schemas.microsoft.com/office/drawing/2014/main" id="{C0FD92EA-D036-3BEB-C44C-12DB27A9C8F1}"/>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a:extLst>
                <a:ext uri="{FF2B5EF4-FFF2-40B4-BE49-F238E27FC236}">
                  <a16:creationId xmlns:a16="http://schemas.microsoft.com/office/drawing/2014/main" id="{F0C74FDA-2B58-CFBE-A08D-53B0966B3F93}"/>
                </a:ext>
              </a:extLst>
            </p:cNvPr>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a:extLst>
                <a:ext uri="{FF2B5EF4-FFF2-40B4-BE49-F238E27FC236}">
                  <a16:creationId xmlns:a16="http://schemas.microsoft.com/office/drawing/2014/main" id="{49A92028-9CA0-7504-E01E-350D42B52078}"/>
                </a:ext>
              </a:extLst>
            </p:cNvPr>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a:extLst>
                <a:ext uri="{FF2B5EF4-FFF2-40B4-BE49-F238E27FC236}">
                  <a16:creationId xmlns:a16="http://schemas.microsoft.com/office/drawing/2014/main" id="{710582F5-7FB5-40A0-8B30-50E4222B558C}"/>
                </a:ext>
              </a:extLst>
            </p:cNvPr>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a:extLst>
                <a:ext uri="{FF2B5EF4-FFF2-40B4-BE49-F238E27FC236}">
                  <a16:creationId xmlns:a16="http://schemas.microsoft.com/office/drawing/2014/main" id="{BC12D990-9B48-1048-9A7C-618B886AE582}"/>
                </a:ext>
              </a:extLst>
            </p:cNvPr>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a:extLst>
                <a:ext uri="{FF2B5EF4-FFF2-40B4-BE49-F238E27FC236}">
                  <a16:creationId xmlns:a16="http://schemas.microsoft.com/office/drawing/2014/main" id="{1EE31261-737B-66B5-FF89-DDE1FC66BA46}"/>
                </a:ext>
              </a:extLst>
            </p:cNvPr>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a:extLst>
                <a:ext uri="{FF2B5EF4-FFF2-40B4-BE49-F238E27FC236}">
                  <a16:creationId xmlns:a16="http://schemas.microsoft.com/office/drawing/2014/main" id="{6FB795C5-54CC-8FC0-BADB-C2BB552ACD81}"/>
                </a:ext>
              </a:extLst>
            </p:cNvPr>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a:extLst>
                <a:ext uri="{FF2B5EF4-FFF2-40B4-BE49-F238E27FC236}">
                  <a16:creationId xmlns:a16="http://schemas.microsoft.com/office/drawing/2014/main" id="{C0394573-DE0D-B772-5C9A-30AE35943207}"/>
                </a:ext>
              </a:extLst>
            </p:cNvPr>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a:extLst>
                <a:ext uri="{FF2B5EF4-FFF2-40B4-BE49-F238E27FC236}">
                  <a16:creationId xmlns:a16="http://schemas.microsoft.com/office/drawing/2014/main" id="{4F796FCD-DAF7-D170-3177-2F8C065A1DF8}"/>
                </a:ext>
              </a:extLst>
            </p:cNvPr>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a:extLst>
                <a:ext uri="{FF2B5EF4-FFF2-40B4-BE49-F238E27FC236}">
                  <a16:creationId xmlns:a16="http://schemas.microsoft.com/office/drawing/2014/main" id="{D52D22F0-D271-3711-4D43-FA1FD59F1B66}"/>
                </a:ext>
              </a:extLst>
            </p:cNvPr>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a:extLst>
                <a:ext uri="{FF2B5EF4-FFF2-40B4-BE49-F238E27FC236}">
                  <a16:creationId xmlns:a16="http://schemas.microsoft.com/office/drawing/2014/main" id="{A981AC32-9529-DD30-A29B-0ED3C5C38186}"/>
                </a:ext>
              </a:extLst>
            </p:cNvPr>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a:extLst>
                <a:ext uri="{FF2B5EF4-FFF2-40B4-BE49-F238E27FC236}">
                  <a16:creationId xmlns:a16="http://schemas.microsoft.com/office/drawing/2014/main" id="{7B94A9BA-D416-61B5-A6E0-1F33A4790323}"/>
                </a:ext>
              </a:extLst>
            </p:cNvPr>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a:extLst>
                <a:ext uri="{FF2B5EF4-FFF2-40B4-BE49-F238E27FC236}">
                  <a16:creationId xmlns:a16="http://schemas.microsoft.com/office/drawing/2014/main" id="{7FD35B6B-9BD0-C633-01D5-749E4F4CB34E}"/>
                </a:ext>
              </a:extLst>
            </p:cNvPr>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a:extLst>
                <a:ext uri="{FF2B5EF4-FFF2-40B4-BE49-F238E27FC236}">
                  <a16:creationId xmlns:a16="http://schemas.microsoft.com/office/drawing/2014/main" id="{0ED263BA-58B6-B474-BA4C-6BC20FC622AD}"/>
                </a:ext>
              </a:extLst>
            </p:cNvPr>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a:extLst>
                <a:ext uri="{FF2B5EF4-FFF2-40B4-BE49-F238E27FC236}">
                  <a16:creationId xmlns:a16="http://schemas.microsoft.com/office/drawing/2014/main" id="{30F3305F-0198-29D6-1190-AB1CCD737F93}"/>
                </a:ext>
              </a:extLst>
            </p:cNvPr>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a:extLst>
                <a:ext uri="{FF2B5EF4-FFF2-40B4-BE49-F238E27FC236}">
                  <a16:creationId xmlns:a16="http://schemas.microsoft.com/office/drawing/2014/main" id="{35DF44FB-ABCF-62FF-2E2E-FCF424075D29}"/>
                </a:ext>
              </a:extLst>
            </p:cNvPr>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1212;p27">
            <a:extLst>
              <a:ext uri="{FF2B5EF4-FFF2-40B4-BE49-F238E27FC236}">
                <a16:creationId xmlns:a16="http://schemas.microsoft.com/office/drawing/2014/main" id="{329FFDE0-C9AE-1581-EB8A-EB48E4DC3F85}"/>
              </a:ext>
            </a:extLst>
          </p:cNvPr>
          <p:cNvSpPr txBox="1">
            <a:spLocks noGrp="1"/>
          </p:cNvSpPr>
          <p:nvPr>
            <p:ph type="subTitle" idx="1"/>
          </p:nvPr>
        </p:nvSpPr>
        <p:spPr>
          <a:xfrm>
            <a:off x="766860" y="1704396"/>
            <a:ext cx="4306500" cy="2772713"/>
          </a:xfrm>
          <a:prstGeom prst="rect">
            <a:avLst/>
          </a:prstGeom>
        </p:spPr>
        <p:txBody>
          <a:bodyPr spcFirstLastPara="1" wrap="square" lIns="91425" tIns="91425" rIns="91425" bIns="91425" anchor="t" anchorCtr="0">
            <a:noAutofit/>
          </a:bodyPr>
          <a:lstStyle/>
          <a:p>
            <a:pPr marL="228600" lvl="0" indent="-228600">
              <a:buFont typeface="+mj-lt"/>
              <a:buAutoNum type="arabicPeriod"/>
            </a:pPr>
            <a:r>
              <a:rPr lang="en-US" sz="1600" dirty="0" err="1">
                <a:solidFill>
                  <a:schemeClr val="tx1"/>
                </a:solidFill>
                <a:latin typeface="Inter"/>
                <a:ea typeface="Inter"/>
                <a:cs typeface="Inter"/>
                <a:sym typeface="Inter"/>
              </a:rPr>
              <a:t>Incohérences</a:t>
            </a:r>
            <a:r>
              <a:rPr lang="en-US" sz="1600" dirty="0">
                <a:solidFill>
                  <a:schemeClr val="tx1"/>
                </a:solidFill>
                <a:latin typeface="Inter"/>
                <a:ea typeface="Inter"/>
                <a:cs typeface="Inter"/>
                <a:sym typeface="Inter"/>
              </a:rPr>
              <a:t> </a:t>
            </a:r>
            <a:r>
              <a:rPr lang="en-US" sz="1600" dirty="0" err="1">
                <a:solidFill>
                  <a:schemeClr val="tx1"/>
                </a:solidFill>
                <a:latin typeface="Inter"/>
                <a:ea typeface="Inter"/>
                <a:cs typeface="Inter"/>
                <a:sym typeface="Inter"/>
              </a:rPr>
              <a:t>d’environnement</a:t>
            </a:r>
            <a:r>
              <a:rPr lang="en-US" sz="1600" dirty="0">
                <a:solidFill>
                  <a:schemeClr val="tx1"/>
                </a:solidFill>
                <a:latin typeface="Inter"/>
                <a:ea typeface="Inter"/>
                <a:cs typeface="Inter"/>
                <a:sym typeface="Inter"/>
              </a:rPr>
              <a:t> entre les </a:t>
            </a:r>
            <a:r>
              <a:rPr lang="en-US" sz="1600" dirty="0" err="1">
                <a:solidFill>
                  <a:schemeClr val="tx1"/>
                </a:solidFill>
                <a:latin typeface="Inter"/>
                <a:ea typeface="Inter"/>
                <a:cs typeface="Inter"/>
                <a:sym typeface="Inter"/>
              </a:rPr>
              <a:t>capteur</a:t>
            </a:r>
            <a:r>
              <a:rPr lang="en-US" sz="1600" dirty="0">
                <a:solidFill>
                  <a:schemeClr val="tx1"/>
                </a:solidFill>
                <a:latin typeface="Inter"/>
                <a:ea typeface="Inter"/>
                <a:cs typeface="Inter"/>
                <a:sym typeface="Inter"/>
              </a:rPr>
              <a:t> et le </a:t>
            </a:r>
            <a:r>
              <a:rPr lang="en-US" sz="1600" dirty="0" err="1">
                <a:solidFill>
                  <a:schemeClr val="tx1"/>
                </a:solidFill>
                <a:latin typeface="Inter"/>
                <a:ea typeface="Inter"/>
                <a:cs typeface="Inter"/>
                <a:sym typeface="Inter"/>
              </a:rPr>
              <a:t>serveur</a:t>
            </a:r>
            <a:r>
              <a:rPr lang="en-US" sz="1600" dirty="0">
                <a:solidFill>
                  <a:schemeClr val="tx1"/>
                </a:solidFill>
                <a:latin typeface="Inter"/>
                <a:ea typeface="Inter"/>
                <a:cs typeface="Inter"/>
                <a:sym typeface="Inter"/>
              </a:rPr>
              <a:t> ( les </a:t>
            </a:r>
            <a:r>
              <a:rPr lang="en-US" sz="1600" dirty="0" err="1">
                <a:solidFill>
                  <a:schemeClr val="tx1"/>
                </a:solidFill>
                <a:latin typeface="Inter"/>
                <a:ea typeface="Inter"/>
                <a:cs typeface="Inter"/>
                <a:sym typeface="Inter"/>
              </a:rPr>
              <a:t>capteur</a:t>
            </a:r>
            <a:r>
              <a:rPr lang="en-US" sz="1600" dirty="0">
                <a:solidFill>
                  <a:schemeClr val="tx1"/>
                </a:solidFill>
                <a:latin typeface="Inter"/>
                <a:ea typeface="Inter"/>
                <a:cs typeface="Inter"/>
                <a:sym typeface="Inter"/>
              </a:rPr>
              <a:t> qui </a:t>
            </a:r>
            <a:r>
              <a:rPr lang="en-US" sz="1600" dirty="0" err="1">
                <a:solidFill>
                  <a:schemeClr val="tx1"/>
                </a:solidFill>
                <a:latin typeface="Inter"/>
                <a:ea typeface="Inter"/>
                <a:cs typeface="Inter"/>
                <a:sym typeface="Inter"/>
              </a:rPr>
              <a:t>n’utilize</a:t>
            </a:r>
            <a:r>
              <a:rPr lang="en-US" sz="1600" dirty="0">
                <a:solidFill>
                  <a:schemeClr val="tx1"/>
                </a:solidFill>
                <a:latin typeface="Inter"/>
                <a:ea typeface="Inter"/>
                <a:cs typeface="Inter"/>
                <a:sym typeface="Inter"/>
              </a:rPr>
              <a:t> pas le java et </a:t>
            </a:r>
            <a:r>
              <a:rPr lang="en-US" sz="1600" dirty="0" err="1">
                <a:solidFill>
                  <a:schemeClr val="tx1"/>
                </a:solidFill>
                <a:latin typeface="Inter"/>
                <a:ea typeface="Inter"/>
                <a:cs typeface="Inter"/>
                <a:sym typeface="Inter"/>
              </a:rPr>
              <a:t>notre</a:t>
            </a:r>
            <a:r>
              <a:rPr lang="en-US" sz="1600" dirty="0">
                <a:solidFill>
                  <a:schemeClr val="tx1"/>
                </a:solidFill>
                <a:latin typeface="Inter"/>
                <a:ea typeface="Inter"/>
                <a:cs typeface="Inter"/>
                <a:sym typeface="Inter"/>
              </a:rPr>
              <a:t> </a:t>
            </a:r>
            <a:r>
              <a:rPr lang="en-US" sz="1600" dirty="0" err="1">
                <a:solidFill>
                  <a:schemeClr val="tx1"/>
                </a:solidFill>
                <a:latin typeface="Inter"/>
                <a:ea typeface="Inter"/>
                <a:cs typeface="Inter"/>
                <a:sym typeface="Inter"/>
              </a:rPr>
              <a:t>serveur</a:t>
            </a:r>
            <a:r>
              <a:rPr lang="en-US" sz="1600" dirty="0">
                <a:solidFill>
                  <a:schemeClr val="tx1"/>
                </a:solidFill>
                <a:latin typeface="Inter"/>
                <a:ea typeface="Inter"/>
                <a:cs typeface="Inter"/>
                <a:sym typeface="Inter"/>
              </a:rPr>
              <a:t> java).</a:t>
            </a:r>
          </a:p>
          <a:p>
            <a:pPr marL="228600" lvl="0" indent="-228600">
              <a:buFont typeface="+mj-lt"/>
              <a:buAutoNum type="arabicPeriod"/>
            </a:pPr>
            <a:endParaRPr lang="en-US" dirty="0">
              <a:solidFill>
                <a:srgbClr val="0D2243"/>
              </a:solidFill>
              <a:latin typeface="Inter"/>
              <a:ea typeface="Inter"/>
              <a:cs typeface="Inter"/>
              <a:sym typeface="Inter"/>
            </a:endParaRPr>
          </a:p>
          <a:p>
            <a:pPr marL="228600" lvl="0" indent="-228600">
              <a:buFont typeface="+mj-lt"/>
              <a:buAutoNum type="arabicPeriod"/>
            </a:pPr>
            <a:r>
              <a:rPr lang="fr-FR" sz="1600" dirty="0">
                <a:latin typeface="Inter" panose="020B0604020202020204" charset="0"/>
                <a:ea typeface="Inter" panose="020B0604020202020204" charset="0"/>
              </a:rPr>
              <a:t>Développer rapidement une application web robuste, sécurisée et évolutive tout en évitant la complexité de configuration manuelle.</a:t>
            </a:r>
            <a:endParaRPr sz="1600" dirty="0">
              <a:latin typeface="Inter" panose="020B0604020202020204" charset="0"/>
              <a:ea typeface="Inter" panose="020B0604020202020204" charset="0"/>
            </a:endParaRPr>
          </a:p>
        </p:txBody>
      </p:sp>
      <p:sp>
        <p:nvSpPr>
          <p:cNvPr id="25" name="AutoShape 2">
            <a:extLst>
              <a:ext uri="{FF2B5EF4-FFF2-40B4-BE49-F238E27FC236}">
                <a16:creationId xmlns:a16="http://schemas.microsoft.com/office/drawing/2014/main" id="{844B77AE-89E4-6AB9-ADC9-BADED3C2B251}"/>
              </a:ext>
            </a:extLst>
          </p:cNvPr>
          <p:cNvSpPr>
            <a:spLocks noChangeAspect="1" noChangeArrowheads="1"/>
          </p:cNvSpPr>
          <p:nvPr/>
        </p:nvSpPr>
        <p:spPr bwMode="auto">
          <a:xfrm>
            <a:off x="4419600" y="2419350"/>
            <a:ext cx="2666490" cy="26664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TextBox 1">
            <a:extLst>
              <a:ext uri="{FF2B5EF4-FFF2-40B4-BE49-F238E27FC236}">
                <a16:creationId xmlns:a16="http://schemas.microsoft.com/office/drawing/2014/main" id="{A1576F0D-E4AC-EA68-BDDB-7865D9C4A8A6}"/>
              </a:ext>
            </a:extLst>
          </p:cNvPr>
          <p:cNvSpPr txBox="1"/>
          <p:nvPr/>
        </p:nvSpPr>
        <p:spPr>
          <a:xfrm>
            <a:off x="8660780" y="4728117"/>
            <a:ext cx="483220" cy="307777"/>
          </a:xfrm>
          <a:prstGeom prst="rect">
            <a:avLst/>
          </a:prstGeom>
          <a:noFill/>
        </p:spPr>
        <p:txBody>
          <a:bodyPr wrap="square" rtlCol="0">
            <a:spAutoFit/>
          </a:bodyPr>
          <a:lstStyle/>
          <a:p>
            <a:pPr algn="r"/>
            <a:r>
              <a:rPr lang="fr-FR" dirty="0"/>
              <a:t>13</a:t>
            </a:r>
          </a:p>
        </p:txBody>
      </p:sp>
    </p:spTree>
    <p:extLst>
      <p:ext uri="{BB962C8B-B14F-4D97-AF65-F5344CB8AC3E}">
        <p14:creationId xmlns:p14="http://schemas.microsoft.com/office/powerpoint/2010/main" val="665315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457B41FD-20FD-88D3-8EBB-85D813F9B1B3}"/>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932F2A74-BE4D-3CD1-4B13-6ABF85A43662}"/>
              </a:ext>
            </a:extLst>
          </p:cNvPr>
          <p:cNvSpPr txBox="1">
            <a:spLocks noGrp="1"/>
          </p:cNvSpPr>
          <p:nvPr>
            <p:ph type="title"/>
          </p:nvPr>
        </p:nvSpPr>
        <p:spPr>
          <a:xfrm>
            <a:off x="716550" y="898874"/>
            <a:ext cx="7710900" cy="572700"/>
          </a:xfrm>
          <a:prstGeom prst="rect">
            <a:avLst/>
          </a:prstGeom>
        </p:spPr>
        <p:txBody>
          <a:bodyPr spcFirstLastPara="1" wrap="square" lIns="91425" tIns="91425" rIns="91425" bIns="91425" anchor="t" anchorCtr="0">
            <a:noAutofit/>
          </a:bodyPr>
          <a:lstStyle/>
          <a:p>
            <a:r>
              <a:rPr lang="en-US" dirty="0"/>
              <a:t>Solutions  :</a:t>
            </a:r>
            <a:endParaRPr lang="fr-FR" dirty="0">
              <a:effectLst/>
            </a:endParaRPr>
          </a:p>
        </p:txBody>
      </p:sp>
      <p:grpSp>
        <p:nvGrpSpPr>
          <p:cNvPr id="1504" name="Google Shape;1504;p29">
            <a:extLst>
              <a:ext uri="{FF2B5EF4-FFF2-40B4-BE49-F238E27FC236}">
                <a16:creationId xmlns:a16="http://schemas.microsoft.com/office/drawing/2014/main" id="{22E2354B-056E-E5F6-BE0E-1F8477F690A0}"/>
              </a:ext>
            </a:extLst>
          </p:cNvPr>
          <p:cNvGrpSpPr/>
          <p:nvPr/>
        </p:nvGrpSpPr>
        <p:grpSpPr>
          <a:xfrm>
            <a:off x="7225068" y="3582212"/>
            <a:ext cx="1155488" cy="930983"/>
            <a:chOff x="7225068" y="3582212"/>
            <a:chExt cx="1155488" cy="930983"/>
          </a:xfrm>
        </p:grpSpPr>
        <p:grpSp>
          <p:nvGrpSpPr>
            <p:cNvPr id="1505" name="Google Shape;1505;p29">
              <a:extLst>
                <a:ext uri="{FF2B5EF4-FFF2-40B4-BE49-F238E27FC236}">
                  <a16:creationId xmlns:a16="http://schemas.microsoft.com/office/drawing/2014/main" id="{69548C15-5A34-94D7-42A4-55CC61EE1437}"/>
                </a:ext>
              </a:extLst>
            </p:cNvPr>
            <p:cNvGrpSpPr/>
            <p:nvPr/>
          </p:nvGrpSpPr>
          <p:grpSpPr>
            <a:xfrm>
              <a:off x="8190795" y="3582212"/>
              <a:ext cx="189761" cy="189761"/>
              <a:chOff x="5448853" y="3419595"/>
              <a:chExt cx="78736" cy="78736"/>
            </a:xfrm>
          </p:grpSpPr>
          <p:sp>
            <p:nvSpPr>
              <p:cNvPr id="1506" name="Google Shape;1506;p29">
                <a:extLst>
                  <a:ext uri="{FF2B5EF4-FFF2-40B4-BE49-F238E27FC236}">
                    <a16:creationId xmlns:a16="http://schemas.microsoft.com/office/drawing/2014/main" id="{5F838787-EE6D-88EA-0DBF-85BFEBB6F06C}"/>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a:extLst>
                  <a:ext uri="{FF2B5EF4-FFF2-40B4-BE49-F238E27FC236}">
                    <a16:creationId xmlns:a16="http://schemas.microsoft.com/office/drawing/2014/main" id="{CCF67888-0312-C84A-B092-EB33163DB557}"/>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a:extLst>
                  <a:ext uri="{FF2B5EF4-FFF2-40B4-BE49-F238E27FC236}">
                    <a16:creationId xmlns:a16="http://schemas.microsoft.com/office/drawing/2014/main" id="{669238A8-DF9B-EA7B-7EC0-79BAD54DF737}"/>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a:extLst>
                  <a:ext uri="{FF2B5EF4-FFF2-40B4-BE49-F238E27FC236}">
                    <a16:creationId xmlns:a16="http://schemas.microsoft.com/office/drawing/2014/main" id="{09F959F4-A7B3-0B32-2CCE-D381F1A98666}"/>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a:extLst>
                  <a:ext uri="{FF2B5EF4-FFF2-40B4-BE49-F238E27FC236}">
                    <a16:creationId xmlns:a16="http://schemas.microsoft.com/office/drawing/2014/main" id="{4D484FD8-800B-0CBD-F6E0-15FDBA1491EB}"/>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a:extLst>
                  <a:ext uri="{FF2B5EF4-FFF2-40B4-BE49-F238E27FC236}">
                    <a16:creationId xmlns:a16="http://schemas.microsoft.com/office/drawing/2014/main" id="{B2639EA3-5957-7561-921F-F507D65740F9}"/>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a:extLst>
                  <a:ext uri="{FF2B5EF4-FFF2-40B4-BE49-F238E27FC236}">
                    <a16:creationId xmlns:a16="http://schemas.microsoft.com/office/drawing/2014/main" id="{205BFBE1-67C2-E648-F2B9-6E8EAD87DC33}"/>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a:extLst>
                  <a:ext uri="{FF2B5EF4-FFF2-40B4-BE49-F238E27FC236}">
                    <a16:creationId xmlns:a16="http://schemas.microsoft.com/office/drawing/2014/main" id="{121EBC67-9CBA-5D65-D060-16BFBE543D27}"/>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a:extLst>
                <a:ext uri="{FF2B5EF4-FFF2-40B4-BE49-F238E27FC236}">
                  <a16:creationId xmlns:a16="http://schemas.microsoft.com/office/drawing/2014/main" id="{23F392E1-8558-8870-07AA-AD7509702284}"/>
                </a:ext>
              </a:extLst>
            </p:cNvPr>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a:extLst>
              <a:ext uri="{FF2B5EF4-FFF2-40B4-BE49-F238E27FC236}">
                <a16:creationId xmlns:a16="http://schemas.microsoft.com/office/drawing/2014/main" id="{3A5223F4-C5EC-6637-0795-92B7740E4558}"/>
              </a:ext>
            </a:extLst>
          </p:cNvPr>
          <p:cNvGrpSpPr/>
          <p:nvPr/>
        </p:nvGrpSpPr>
        <p:grpSpPr>
          <a:xfrm>
            <a:off x="6959933" y="2357479"/>
            <a:ext cx="1298848" cy="1015848"/>
            <a:chOff x="781983" y="2939892"/>
            <a:chExt cx="1298848" cy="1015848"/>
          </a:xfrm>
        </p:grpSpPr>
        <p:sp>
          <p:nvSpPr>
            <p:cNvPr id="1516" name="Google Shape;1516;p29">
              <a:extLst>
                <a:ext uri="{FF2B5EF4-FFF2-40B4-BE49-F238E27FC236}">
                  <a16:creationId xmlns:a16="http://schemas.microsoft.com/office/drawing/2014/main" id="{29FBE840-06F7-096C-301F-0EF78730A580}"/>
                </a:ext>
              </a:extLst>
            </p:cNvPr>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a:extLst>
                <a:ext uri="{FF2B5EF4-FFF2-40B4-BE49-F238E27FC236}">
                  <a16:creationId xmlns:a16="http://schemas.microsoft.com/office/drawing/2014/main" id="{CE115C48-38F1-189D-687D-26D398F5F251}"/>
                </a:ext>
              </a:extLst>
            </p:cNvPr>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a:extLst>
                <a:ext uri="{FF2B5EF4-FFF2-40B4-BE49-F238E27FC236}">
                  <a16:creationId xmlns:a16="http://schemas.microsoft.com/office/drawing/2014/main" id="{BE86B989-1D98-536F-50A0-BA270029316F}"/>
                </a:ext>
              </a:extLst>
            </p:cNvPr>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a:extLst>
                <a:ext uri="{FF2B5EF4-FFF2-40B4-BE49-F238E27FC236}">
                  <a16:creationId xmlns:a16="http://schemas.microsoft.com/office/drawing/2014/main" id="{CB65E0C3-3EF2-7009-EA51-1762760BE22C}"/>
                </a:ext>
              </a:extLst>
            </p:cNvPr>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a:extLst>
                <a:ext uri="{FF2B5EF4-FFF2-40B4-BE49-F238E27FC236}">
                  <a16:creationId xmlns:a16="http://schemas.microsoft.com/office/drawing/2014/main" id="{AACCE88B-31DD-FDB9-D316-DE733B9676B2}"/>
                </a:ext>
              </a:extLst>
            </p:cNvPr>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a:extLst>
                <a:ext uri="{FF2B5EF4-FFF2-40B4-BE49-F238E27FC236}">
                  <a16:creationId xmlns:a16="http://schemas.microsoft.com/office/drawing/2014/main" id="{86F5688C-6540-ADAD-2E32-86B6F831276D}"/>
                </a:ext>
              </a:extLst>
            </p:cNvPr>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a:extLst>
                <a:ext uri="{FF2B5EF4-FFF2-40B4-BE49-F238E27FC236}">
                  <a16:creationId xmlns:a16="http://schemas.microsoft.com/office/drawing/2014/main" id="{46CA41A8-AEEE-38CC-D710-6F33C09B8764}"/>
                </a:ext>
              </a:extLst>
            </p:cNvPr>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a:extLst>
                <a:ext uri="{FF2B5EF4-FFF2-40B4-BE49-F238E27FC236}">
                  <a16:creationId xmlns:a16="http://schemas.microsoft.com/office/drawing/2014/main" id="{15BD2DE7-477D-AE94-145E-88E44A25B4B4}"/>
                </a:ext>
              </a:extLst>
            </p:cNvPr>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a:extLst>
                <a:ext uri="{FF2B5EF4-FFF2-40B4-BE49-F238E27FC236}">
                  <a16:creationId xmlns:a16="http://schemas.microsoft.com/office/drawing/2014/main" id="{B0EF507D-EC3B-860B-AC50-F1DE8EE19E88}"/>
                </a:ext>
              </a:extLst>
            </p:cNvPr>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a:extLst>
                <a:ext uri="{FF2B5EF4-FFF2-40B4-BE49-F238E27FC236}">
                  <a16:creationId xmlns:a16="http://schemas.microsoft.com/office/drawing/2014/main" id="{4543746F-45A8-77A3-ACE5-F7F6C8F8C5C1}"/>
                </a:ext>
              </a:extLst>
            </p:cNvPr>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a:extLst>
                <a:ext uri="{FF2B5EF4-FFF2-40B4-BE49-F238E27FC236}">
                  <a16:creationId xmlns:a16="http://schemas.microsoft.com/office/drawing/2014/main" id="{D6CE942C-F029-554E-7AE4-EB70D37B2344}"/>
                </a:ext>
              </a:extLst>
            </p:cNvPr>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a:extLst>
                <a:ext uri="{FF2B5EF4-FFF2-40B4-BE49-F238E27FC236}">
                  <a16:creationId xmlns:a16="http://schemas.microsoft.com/office/drawing/2014/main" id="{F0CB9072-FAB6-EEF0-59FC-CA7D1141DE6F}"/>
                </a:ext>
              </a:extLst>
            </p:cNvPr>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a:extLst>
                <a:ext uri="{FF2B5EF4-FFF2-40B4-BE49-F238E27FC236}">
                  <a16:creationId xmlns:a16="http://schemas.microsoft.com/office/drawing/2014/main" id="{C242D7A4-94D4-EEC7-0D51-2296546D8BA4}"/>
                </a:ext>
              </a:extLst>
            </p:cNvPr>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a:extLst>
                <a:ext uri="{FF2B5EF4-FFF2-40B4-BE49-F238E27FC236}">
                  <a16:creationId xmlns:a16="http://schemas.microsoft.com/office/drawing/2014/main" id="{362379E6-B9DC-C868-D888-69332547536A}"/>
                </a:ext>
              </a:extLst>
            </p:cNvPr>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a:extLst>
                <a:ext uri="{FF2B5EF4-FFF2-40B4-BE49-F238E27FC236}">
                  <a16:creationId xmlns:a16="http://schemas.microsoft.com/office/drawing/2014/main" id="{44730213-3F3D-0576-D5E8-A16B03B8832D}"/>
                </a:ext>
              </a:extLst>
            </p:cNvPr>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a:extLst>
                <a:ext uri="{FF2B5EF4-FFF2-40B4-BE49-F238E27FC236}">
                  <a16:creationId xmlns:a16="http://schemas.microsoft.com/office/drawing/2014/main" id="{A3F485F4-90F0-CD47-EA7D-3CB7E8200583}"/>
                </a:ext>
              </a:extLst>
            </p:cNvPr>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a:extLst>
                <a:ext uri="{FF2B5EF4-FFF2-40B4-BE49-F238E27FC236}">
                  <a16:creationId xmlns:a16="http://schemas.microsoft.com/office/drawing/2014/main" id="{1914B77C-D636-D65D-7FA5-34DA10B1B001}"/>
                </a:ext>
              </a:extLst>
            </p:cNvPr>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a:extLst>
                <a:ext uri="{FF2B5EF4-FFF2-40B4-BE49-F238E27FC236}">
                  <a16:creationId xmlns:a16="http://schemas.microsoft.com/office/drawing/2014/main" id="{F6E0AF96-04AF-344F-1A98-FAD5376BC41D}"/>
                </a:ext>
              </a:extLst>
            </p:cNvPr>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a:extLst>
                <a:ext uri="{FF2B5EF4-FFF2-40B4-BE49-F238E27FC236}">
                  <a16:creationId xmlns:a16="http://schemas.microsoft.com/office/drawing/2014/main" id="{78E73BEE-BADB-7030-237C-3432810735DC}"/>
                </a:ext>
              </a:extLst>
            </p:cNvPr>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a:extLst>
                <a:ext uri="{FF2B5EF4-FFF2-40B4-BE49-F238E27FC236}">
                  <a16:creationId xmlns:a16="http://schemas.microsoft.com/office/drawing/2014/main" id="{BC67AFAD-E5FC-5E69-6936-AD5F7DCE3285}"/>
                </a:ext>
              </a:extLst>
            </p:cNvPr>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a:extLst>
                <a:ext uri="{FF2B5EF4-FFF2-40B4-BE49-F238E27FC236}">
                  <a16:creationId xmlns:a16="http://schemas.microsoft.com/office/drawing/2014/main" id="{D6C52A70-630D-E73B-2C91-566206819A56}"/>
                </a:ext>
              </a:extLst>
            </p:cNvPr>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a:extLst>
                <a:ext uri="{FF2B5EF4-FFF2-40B4-BE49-F238E27FC236}">
                  <a16:creationId xmlns:a16="http://schemas.microsoft.com/office/drawing/2014/main" id="{35799D65-CF3A-005D-C9E7-B382D585A682}"/>
                </a:ext>
              </a:extLst>
            </p:cNvPr>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a:extLst>
                <a:ext uri="{FF2B5EF4-FFF2-40B4-BE49-F238E27FC236}">
                  <a16:creationId xmlns:a16="http://schemas.microsoft.com/office/drawing/2014/main" id="{6AAFA9D6-ACB0-3BB8-8908-D25634EB2C57}"/>
                </a:ext>
              </a:extLst>
            </p:cNvPr>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a:extLst>
                <a:ext uri="{FF2B5EF4-FFF2-40B4-BE49-F238E27FC236}">
                  <a16:creationId xmlns:a16="http://schemas.microsoft.com/office/drawing/2014/main" id="{FC3D0F75-0A8E-EB50-CC72-EF1CC0C483E0}"/>
                </a:ext>
              </a:extLst>
            </p:cNvPr>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a:extLst>
                <a:ext uri="{FF2B5EF4-FFF2-40B4-BE49-F238E27FC236}">
                  <a16:creationId xmlns:a16="http://schemas.microsoft.com/office/drawing/2014/main" id="{2101E2A6-9F0F-C2EC-68BF-8C790D6CA932}"/>
                </a:ext>
              </a:extLst>
            </p:cNvPr>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a:extLst>
                <a:ext uri="{FF2B5EF4-FFF2-40B4-BE49-F238E27FC236}">
                  <a16:creationId xmlns:a16="http://schemas.microsoft.com/office/drawing/2014/main" id="{874A2058-E60A-058D-5544-FB8071D40989}"/>
                </a:ext>
              </a:extLst>
            </p:cNvPr>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a:extLst>
                <a:ext uri="{FF2B5EF4-FFF2-40B4-BE49-F238E27FC236}">
                  <a16:creationId xmlns:a16="http://schemas.microsoft.com/office/drawing/2014/main" id="{9297243B-8FC9-610B-05E8-0AC7CA5AB690}"/>
                </a:ext>
              </a:extLst>
            </p:cNvPr>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a:extLst>
                <a:ext uri="{FF2B5EF4-FFF2-40B4-BE49-F238E27FC236}">
                  <a16:creationId xmlns:a16="http://schemas.microsoft.com/office/drawing/2014/main" id="{D61D1063-F374-9987-AEE1-FD4D70ED0C0C}"/>
                </a:ext>
              </a:extLst>
            </p:cNvPr>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a:extLst>
              <a:ext uri="{FF2B5EF4-FFF2-40B4-BE49-F238E27FC236}">
                <a16:creationId xmlns:a16="http://schemas.microsoft.com/office/drawing/2014/main" id="{DE77D331-9920-1308-10A1-7B323DA6F3D4}"/>
              </a:ext>
            </a:extLst>
          </p:cNvPr>
          <p:cNvGrpSpPr/>
          <p:nvPr/>
        </p:nvGrpSpPr>
        <p:grpSpPr>
          <a:xfrm>
            <a:off x="6414297" y="1204526"/>
            <a:ext cx="1469314" cy="944106"/>
            <a:chOff x="5423018" y="1213448"/>
            <a:chExt cx="1203665" cy="773414"/>
          </a:xfrm>
        </p:grpSpPr>
        <p:sp>
          <p:nvSpPr>
            <p:cNvPr id="1545" name="Google Shape;1545;p29">
              <a:extLst>
                <a:ext uri="{FF2B5EF4-FFF2-40B4-BE49-F238E27FC236}">
                  <a16:creationId xmlns:a16="http://schemas.microsoft.com/office/drawing/2014/main" id="{78D5CB5E-3995-6892-F52D-9D396DA154E9}"/>
                </a:ext>
              </a:extLst>
            </p:cNvPr>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a:extLst>
                <a:ext uri="{FF2B5EF4-FFF2-40B4-BE49-F238E27FC236}">
                  <a16:creationId xmlns:a16="http://schemas.microsoft.com/office/drawing/2014/main" id="{9FCAF874-B55B-D9FA-BA7D-0810262286B1}"/>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a:extLst>
                <a:ext uri="{FF2B5EF4-FFF2-40B4-BE49-F238E27FC236}">
                  <a16:creationId xmlns:a16="http://schemas.microsoft.com/office/drawing/2014/main" id="{D79BDDFA-9D20-15FE-D296-95C0C6298852}"/>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a:extLst>
                <a:ext uri="{FF2B5EF4-FFF2-40B4-BE49-F238E27FC236}">
                  <a16:creationId xmlns:a16="http://schemas.microsoft.com/office/drawing/2014/main" id="{8586723D-24FA-26E1-16CB-CB883ABCEC6F}"/>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a:extLst>
                <a:ext uri="{FF2B5EF4-FFF2-40B4-BE49-F238E27FC236}">
                  <a16:creationId xmlns:a16="http://schemas.microsoft.com/office/drawing/2014/main" id="{E312F7E2-8982-EED6-783F-6CADAA56ACC1}"/>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a:extLst>
                <a:ext uri="{FF2B5EF4-FFF2-40B4-BE49-F238E27FC236}">
                  <a16:creationId xmlns:a16="http://schemas.microsoft.com/office/drawing/2014/main" id="{8405E53F-4B8D-2EA4-9910-5ED94C0D7B3A}"/>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a:extLst>
                <a:ext uri="{FF2B5EF4-FFF2-40B4-BE49-F238E27FC236}">
                  <a16:creationId xmlns:a16="http://schemas.microsoft.com/office/drawing/2014/main" id="{1ED759D8-7103-85F5-E675-80C8383B412D}"/>
                </a:ext>
              </a:extLst>
            </p:cNvPr>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a:extLst>
                <a:ext uri="{FF2B5EF4-FFF2-40B4-BE49-F238E27FC236}">
                  <a16:creationId xmlns:a16="http://schemas.microsoft.com/office/drawing/2014/main" id="{17001104-50A9-F4E2-6236-96298CCB1993}"/>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a:extLst>
                <a:ext uri="{FF2B5EF4-FFF2-40B4-BE49-F238E27FC236}">
                  <a16:creationId xmlns:a16="http://schemas.microsoft.com/office/drawing/2014/main" id="{5C5957FA-0C90-0918-C55E-CDB017340494}"/>
                </a:ext>
              </a:extLst>
            </p:cNvPr>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a:extLst>
                <a:ext uri="{FF2B5EF4-FFF2-40B4-BE49-F238E27FC236}">
                  <a16:creationId xmlns:a16="http://schemas.microsoft.com/office/drawing/2014/main" id="{BB3820B6-1861-0BE9-C813-906DE745847A}"/>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a:extLst>
                <a:ext uri="{FF2B5EF4-FFF2-40B4-BE49-F238E27FC236}">
                  <a16:creationId xmlns:a16="http://schemas.microsoft.com/office/drawing/2014/main" id="{18AEA7D8-EB04-4657-27EB-405D1A40B877}"/>
                </a:ext>
              </a:extLst>
            </p:cNvPr>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a:extLst>
                <a:ext uri="{FF2B5EF4-FFF2-40B4-BE49-F238E27FC236}">
                  <a16:creationId xmlns:a16="http://schemas.microsoft.com/office/drawing/2014/main" id="{B08B4771-3078-5D65-DEB0-022EF8181722}"/>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a:extLst>
                <a:ext uri="{FF2B5EF4-FFF2-40B4-BE49-F238E27FC236}">
                  <a16:creationId xmlns:a16="http://schemas.microsoft.com/office/drawing/2014/main" id="{3658E991-CC56-5FFC-5E90-E40EBCDE2B1C}"/>
                </a:ext>
              </a:extLst>
            </p:cNvPr>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a:extLst>
                <a:ext uri="{FF2B5EF4-FFF2-40B4-BE49-F238E27FC236}">
                  <a16:creationId xmlns:a16="http://schemas.microsoft.com/office/drawing/2014/main" id="{1CF9E44B-AA51-C9EE-B57D-AAFD39502FD2}"/>
                </a:ext>
              </a:extLst>
            </p:cNvPr>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a:extLst>
                <a:ext uri="{FF2B5EF4-FFF2-40B4-BE49-F238E27FC236}">
                  <a16:creationId xmlns:a16="http://schemas.microsoft.com/office/drawing/2014/main" id="{CC2FB4D9-DE03-92CC-7847-034FBA9203AB}"/>
                </a:ext>
              </a:extLst>
            </p:cNvPr>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a:extLst>
                <a:ext uri="{FF2B5EF4-FFF2-40B4-BE49-F238E27FC236}">
                  <a16:creationId xmlns:a16="http://schemas.microsoft.com/office/drawing/2014/main" id="{5428B450-91A3-262A-61B9-6516BEAC841F}"/>
                </a:ext>
              </a:extLst>
            </p:cNvPr>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a:extLst>
                <a:ext uri="{FF2B5EF4-FFF2-40B4-BE49-F238E27FC236}">
                  <a16:creationId xmlns:a16="http://schemas.microsoft.com/office/drawing/2014/main" id="{2BA8C412-ECE7-7C22-2D6D-98F980A1FCBC}"/>
                </a:ext>
              </a:extLst>
            </p:cNvPr>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a:extLst>
                <a:ext uri="{FF2B5EF4-FFF2-40B4-BE49-F238E27FC236}">
                  <a16:creationId xmlns:a16="http://schemas.microsoft.com/office/drawing/2014/main" id="{21AE35AC-BE58-24C0-5953-FE0D68E200CB}"/>
                </a:ext>
              </a:extLst>
            </p:cNvPr>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a:extLst>
                <a:ext uri="{FF2B5EF4-FFF2-40B4-BE49-F238E27FC236}">
                  <a16:creationId xmlns:a16="http://schemas.microsoft.com/office/drawing/2014/main" id="{EDDDB460-FAE2-572F-B90F-A1A24B463832}"/>
                </a:ext>
              </a:extLst>
            </p:cNvPr>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a:extLst>
                <a:ext uri="{FF2B5EF4-FFF2-40B4-BE49-F238E27FC236}">
                  <a16:creationId xmlns:a16="http://schemas.microsoft.com/office/drawing/2014/main" id="{32D7531A-0C44-F03F-28DF-26A0B9C24CBB}"/>
                </a:ext>
              </a:extLst>
            </p:cNvPr>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a:extLst>
                <a:ext uri="{FF2B5EF4-FFF2-40B4-BE49-F238E27FC236}">
                  <a16:creationId xmlns:a16="http://schemas.microsoft.com/office/drawing/2014/main" id="{B5658D33-0C3F-0D01-4EC5-A92F8B4DC835}"/>
                </a:ext>
              </a:extLst>
            </p:cNvPr>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a:extLst>
                <a:ext uri="{FF2B5EF4-FFF2-40B4-BE49-F238E27FC236}">
                  <a16:creationId xmlns:a16="http://schemas.microsoft.com/office/drawing/2014/main" id="{FF93EB4E-CD48-A0E8-D2F6-D08F2A97CAFA}"/>
                </a:ext>
              </a:extLst>
            </p:cNvPr>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a:extLst>
                <a:ext uri="{FF2B5EF4-FFF2-40B4-BE49-F238E27FC236}">
                  <a16:creationId xmlns:a16="http://schemas.microsoft.com/office/drawing/2014/main" id="{FB621CB7-E3EA-CEC2-48F5-6BAF48A74621}"/>
                </a:ext>
              </a:extLst>
            </p:cNvPr>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a:extLst>
                <a:ext uri="{FF2B5EF4-FFF2-40B4-BE49-F238E27FC236}">
                  <a16:creationId xmlns:a16="http://schemas.microsoft.com/office/drawing/2014/main" id="{4BFC1A21-EDDD-6D75-301A-7990BC9566DE}"/>
                </a:ext>
              </a:extLst>
            </p:cNvPr>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a:extLst>
                <a:ext uri="{FF2B5EF4-FFF2-40B4-BE49-F238E27FC236}">
                  <a16:creationId xmlns:a16="http://schemas.microsoft.com/office/drawing/2014/main" id="{1B91546D-E239-1D05-C693-8BBD6683B94B}"/>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a:extLst>
                <a:ext uri="{FF2B5EF4-FFF2-40B4-BE49-F238E27FC236}">
                  <a16:creationId xmlns:a16="http://schemas.microsoft.com/office/drawing/2014/main" id="{F4714316-81B7-A47F-FE32-EAD73181A6D1}"/>
                </a:ext>
              </a:extLst>
            </p:cNvPr>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a:extLst>
                <a:ext uri="{FF2B5EF4-FFF2-40B4-BE49-F238E27FC236}">
                  <a16:creationId xmlns:a16="http://schemas.microsoft.com/office/drawing/2014/main" id="{8803D20C-2CCA-CE57-1E3C-A84E62F980CA}"/>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a:extLst>
                <a:ext uri="{FF2B5EF4-FFF2-40B4-BE49-F238E27FC236}">
                  <a16:creationId xmlns:a16="http://schemas.microsoft.com/office/drawing/2014/main" id="{5209FE59-181F-F724-93EB-D2D2B744E234}"/>
                </a:ext>
              </a:extLst>
            </p:cNvPr>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a:extLst>
                <a:ext uri="{FF2B5EF4-FFF2-40B4-BE49-F238E27FC236}">
                  <a16:creationId xmlns:a16="http://schemas.microsoft.com/office/drawing/2014/main" id="{D3AC858C-0404-667F-EB45-C47991374C7E}"/>
                </a:ext>
              </a:extLst>
            </p:cNvPr>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a:extLst>
                <a:ext uri="{FF2B5EF4-FFF2-40B4-BE49-F238E27FC236}">
                  <a16:creationId xmlns:a16="http://schemas.microsoft.com/office/drawing/2014/main" id="{4A2300B8-6E9C-58BC-AAAC-FA683E82A749}"/>
                </a:ext>
              </a:extLst>
            </p:cNvPr>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a:extLst>
                <a:ext uri="{FF2B5EF4-FFF2-40B4-BE49-F238E27FC236}">
                  <a16:creationId xmlns:a16="http://schemas.microsoft.com/office/drawing/2014/main" id="{A71558C7-5190-0874-08C4-FE7E447845C8}"/>
                </a:ext>
              </a:extLst>
            </p:cNvPr>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a:extLst>
                <a:ext uri="{FF2B5EF4-FFF2-40B4-BE49-F238E27FC236}">
                  <a16:creationId xmlns:a16="http://schemas.microsoft.com/office/drawing/2014/main" id="{5674B4ED-A4DF-400B-BCF4-730CEB51965C}"/>
                </a:ext>
              </a:extLst>
            </p:cNvPr>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a:extLst>
                <a:ext uri="{FF2B5EF4-FFF2-40B4-BE49-F238E27FC236}">
                  <a16:creationId xmlns:a16="http://schemas.microsoft.com/office/drawing/2014/main" id="{7F39F15C-B2BE-38F0-E9FA-9870A4659E26}"/>
                </a:ext>
              </a:extLst>
            </p:cNvPr>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a:extLst>
                <a:ext uri="{FF2B5EF4-FFF2-40B4-BE49-F238E27FC236}">
                  <a16:creationId xmlns:a16="http://schemas.microsoft.com/office/drawing/2014/main" id="{DA53DEB0-1D64-299B-64F6-D1EE059EB091}"/>
                </a:ext>
              </a:extLst>
            </p:cNvPr>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a:extLst>
                <a:ext uri="{FF2B5EF4-FFF2-40B4-BE49-F238E27FC236}">
                  <a16:creationId xmlns:a16="http://schemas.microsoft.com/office/drawing/2014/main" id="{180A7187-7059-CC38-8501-2DBEC54CDAFF}"/>
                </a:ext>
              </a:extLst>
            </p:cNvPr>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a:extLst>
                <a:ext uri="{FF2B5EF4-FFF2-40B4-BE49-F238E27FC236}">
                  <a16:creationId xmlns:a16="http://schemas.microsoft.com/office/drawing/2014/main" id="{BC978473-0D3D-1E60-8006-CDEDCD9FD14F}"/>
                </a:ext>
              </a:extLst>
            </p:cNvPr>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a:extLst>
                <a:ext uri="{FF2B5EF4-FFF2-40B4-BE49-F238E27FC236}">
                  <a16:creationId xmlns:a16="http://schemas.microsoft.com/office/drawing/2014/main" id="{31337EF0-0C19-ED4F-CF2F-9497FFAF749C}"/>
                </a:ext>
              </a:extLst>
            </p:cNvPr>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a:extLst>
                <a:ext uri="{FF2B5EF4-FFF2-40B4-BE49-F238E27FC236}">
                  <a16:creationId xmlns:a16="http://schemas.microsoft.com/office/drawing/2014/main" id="{1A5E5E13-EF75-B595-DCE7-4FBBB107BCEB}"/>
                </a:ext>
              </a:extLst>
            </p:cNvPr>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a:extLst>
                <a:ext uri="{FF2B5EF4-FFF2-40B4-BE49-F238E27FC236}">
                  <a16:creationId xmlns:a16="http://schemas.microsoft.com/office/drawing/2014/main" id="{11A0CA0B-B304-7C37-0F71-24E147E8E117}"/>
                </a:ext>
              </a:extLst>
            </p:cNvPr>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a:extLst>
                <a:ext uri="{FF2B5EF4-FFF2-40B4-BE49-F238E27FC236}">
                  <a16:creationId xmlns:a16="http://schemas.microsoft.com/office/drawing/2014/main" id="{5AB67057-4C3D-B40E-C15B-213DDF0D89E3}"/>
                </a:ext>
              </a:extLst>
            </p:cNvPr>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a:extLst>
                <a:ext uri="{FF2B5EF4-FFF2-40B4-BE49-F238E27FC236}">
                  <a16:creationId xmlns:a16="http://schemas.microsoft.com/office/drawing/2014/main" id="{C14A422C-1A77-CA0D-0E17-101461BCBAE4}"/>
                </a:ext>
              </a:extLst>
            </p:cNvPr>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a:extLst>
                <a:ext uri="{FF2B5EF4-FFF2-40B4-BE49-F238E27FC236}">
                  <a16:creationId xmlns:a16="http://schemas.microsoft.com/office/drawing/2014/main" id="{30F14E56-7650-399F-FE23-0C7A8B2F4129}"/>
                </a:ext>
              </a:extLst>
            </p:cNvPr>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1212;p27">
            <a:extLst>
              <a:ext uri="{FF2B5EF4-FFF2-40B4-BE49-F238E27FC236}">
                <a16:creationId xmlns:a16="http://schemas.microsoft.com/office/drawing/2014/main" id="{61751832-99DD-BA3F-F03C-A39B22443014}"/>
              </a:ext>
            </a:extLst>
          </p:cNvPr>
          <p:cNvSpPr txBox="1">
            <a:spLocks noGrp="1"/>
          </p:cNvSpPr>
          <p:nvPr>
            <p:ph type="subTitle" idx="1"/>
          </p:nvPr>
        </p:nvSpPr>
        <p:spPr>
          <a:xfrm>
            <a:off x="766860" y="1704396"/>
            <a:ext cx="4306500" cy="2772713"/>
          </a:xfrm>
          <a:prstGeom prst="rect">
            <a:avLst/>
          </a:prstGeom>
        </p:spPr>
        <p:txBody>
          <a:bodyPr spcFirstLastPara="1" wrap="square" lIns="91425" tIns="91425" rIns="91425" bIns="91425" anchor="t" anchorCtr="0">
            <a:noAutofit/>
          </a:bodyPr>
          <a:lstStyle/>
          <a:p>
            <a:pPr marL="228600" lvl="0" indent="-228600">
              <a:buFont typeface="+mj-lt"/>
              <a:buAutoNum type="arabicPeriod"/>
            </a:pPr>
            <a:r>
              <a:rPr lang="fr-FR" sz="1600" dirty="0">
                <a:latin typeface="Inter" panose="020B0604020202020204" charset="0"/>
                <a:ea typeface="Inter" panose="020B0604020202020204" charset="0"/>
              </a:rPr>
              <a:t>On a utilisé le MQTT pour que le capteur peut communique avec le serveur RMI .</a:t>
            </a:r>
          </a:p>
          <a:p>
            <a:pPr marL="228600" lvl="0" indent="-228600">
              <a:buFont typeface="+mj-lt"/>
              <a:buAutoNum type="arabicPeriod"/>
            </a:pPr>
            <a:endParaRPr lang="fr-FR" sz="1600" dirty="0">
              <a:latin typeface="Inter" panose="020B0604020202020204" charset="0"/>
              <a:ea typeface="Inter" panose="020B0604020202020204" charset="0"/>
            </a:endParaRPr>
          </a:p>
          <a:p>
            <a:pPr marL="228600" indent="-228600">
              <a:buFont typeface="+mj-lt"/>
              <a:buAutoNum type="arabicPeriod"/>
            </a:pPr>
            <a:r>
              <a:rPr lang="fr-FR" sz="1600" dirty="0">
                <a:latin typeface="Inter" panose="020B0604020202020204" charset="0"/>
                <a:ea typeface="Inter" panose="020B0604020202020204" charset="0"/>
              </a:rPr>
              <a:t>Spring Boot simplifie ce processus en fournissant une configuration automatique, une structure prête à l'emploi et un écosystème riche pour le développement d'applications Java modernes.</a:t>
            </a:r>
            <a:endParaRPr lang="en-US" sz="1600" dirty="0">
              <a:solidFill>
                <a:srgbClr val="0D2243"/>
              </a:solidFill>
              <a:latin typeface="Inter" panose="020B0604020202020204" charset="0"/>
              <a:ea typeface="Inter" panose="020B0604020202020204" charset="0"/>
              <a:cs typeface="Inter"/>
              <a:sym typeface="Inter"/>
            </a:endParaRPr>
          </a:p>
          <a:p>
            <a:pPr marL="228600" lvl="0" indent="-228600">
              <a:buFont typeface="+mj-lt"/>
              <a:buAutoNum type="arabicPeriod"/>
            </a:pPr>
            <a:endParaRPr lang="fr-FR" sz="1600" dirty="0">
              <a:latin typeface="Inter" panose="020B0604020202020204" charset="0"/>
              <a:ea typeface="Inter" panose="020B0604020202020204" charset="0"/>
            </a:endParaRPr>
          </a:p>
          <a:p>
            <a:pPr marL="228600" lvl="0" indent="-228600">
              <a:buFont typeface="+mj-lt"/>
              <a:buAutoNum type="arabicPeriod"/>
            </a:pPr>
            <a:endParaRPr lang="fr-FR" sz="1600" dirty="0">
              <a:latin typeface="Inter" panose="020B0604020202020204" charset="0"/>
              <a:ea typeface="Inter" panose="020B0604020202020204" charset="0"/>
            </a:endParaRPr>
          </a:p>
          <a:p>
            <a:pPr marL="0" lvl="0" indent="0"/>
            <a:endParaRPr lang="fr-FR" sz="1600" dirty="0">
              <a:latin typeface="Inter" panose="020B0604020202020204" charset="0"/>
              <a:ea typeface="Inter" panose="020B0604020202020204" charset="0"/>
            </a:endParaRPr>
          </a:p>
        </p:txBody>
      </p:sp>
      <p:sp>
        <p:nvSpPr>
          <p:cNvPr id="25" name="AutoShape 2">
            <a:extLst>
              <a:ext uri="{FF2B5EF4-FFF2-40B4-BE49-F238E27FC236}">
                <a16:creationId xmlns:a16="http://schemas.microsoft.com/office/drawing/2014/main" id="{B9A586BC-2E74-D270-B276-E54D41FD667E}"/>
              </a:ext>
            </a:extLst>
          </p:cNvPr>
          <p:cNvSpPr>
            <a:spLocks noChangeAspect="1" noChangeArrowheads="1"/>
          </p:cNvSpPr>
          <p:nvPr/>
        </p:nvSpPr>
        <p:spPr bwMode="auto">
          <a:xfrm>
            <a:off x="4419600" y="2419350"/>
            <a:ext cx="2666490" cy="266649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TextBox 1">
            <a:extLst>
              <a:ext uri="{FF2B5EF4-FFF2-40B4-BE49-F238E27FC236}">
                <a16:creationId xmlns:a16="http://schemas.microsoft.com/office/drawing/2014/main" id="{F2EA4638-4A4A-F4E3-5FCA-0946EFA3208A}"/>
              </a:ext>
            </a:extLst>
          </p:cNvPr>
          <p:cNvSpPr txBox="1"/>
          <p:nvPr/>
        </p:nvSpPr>
        <p:spPr>
          <a:xfrm>
            <a:off x="8660780" y="4728117"/>
            <a:ext cx="483220" cy="307777"/>
          </a:xfrm>
          <a:prstGeom prst="rect">
            <a:avLst/>
          </a:prstGeom>
          <a:noFill/>
        </p:spPr>
        <p:txBody>
          <a:bodyPr wrap="square" rtlCol="0">
            <a:spAutoFit/>
          </a:bodyPr>
          <a:lstStyle/>
          <a:p>
            <a:pPr algn="r"/>
            <a:r>
              <a:rPr lang="fr-FR" dirty="0"/>
              <a:t>14</a:t>
            </a:r>
          </a:p>
        </p:txBody>
      </p:sp>
    </p:spTree>
    <p:extLst>
      <p:ext uri="{BB962C8B-B14F-4D97-AF65-F5344CB8AC3E}">
        <p14:creationId xmlns:p14="http://schemas.microsoft.com/office/powerpoint/2010/main" val="2849906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C4779871-F82B-0577-B7F2-376344B20DB9}"/>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4A8B6367-ADD6-A646-7254-CE2E07252533}"/>
              </a:ext>
            </a:extLst>
          </p:cNvPr>
          <p:cNvSpPr txBox="1">
            <a:spLocks noGrp="1"/>
          </p:cNvSpPr>
          <p:nvPr>
            <p:ph type="title"/>
          </p:nvPr>
        </p:nvSpPr>
        <p:spPr>
          <a:xfrm>
            <a:off x="4130550" y="2495575"/>
            <a:ext cx="4300200" cy="1427850"/>
          </a:xfrm>
          <a:prstGeom prst="rect">
            <a:avLst/>
          </a:prstGeom>
        </p:spPr>
        <p:txBody>
          <a:bodyPr spcFirstLastPara="1" wrap="square" lIns="91425" tIns="91425" rIns="91425" bIns="91425" anchor="t" anchorCtr="0">
            <a:noAutofit/>
          </a:bodyPr>
          <a:lstStyle/>
          <a:p>
            <a:r>
              <a:rPr lang="en-US" dirty="0">
                <a:effectLst/>
              </a:rPr>
              <a:t>simulation</a:t>
            </a:r>
            <a:endParaRPr lang="fr-FR" dirty="0">
              <a:effectLst/>
            </a:endParaRPr>
          </a:p>
        </p:txBody>
      </p:sp>
      <p:sp>
        <p:nvSpPr>
          <p:cNvPr id="1290" name="Google Shape;1290;p28">
            <a:extLst>
              <a:ext uri="{FF2B5EF4-FFF2-40B4-BE49-F238E27FC236}">
                <a16:creationId xmlns:a16="http://schemas.microsoft.com/office/drawing/2014/main" id="{4F17271E-6EAD-DA27-F496-859BC9CB30FE}"/>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06</a:t>
            </a:r>
            <a:endParaRPr dirty="0"/>
          </a:p>
        </p:txBody>
      </p:sp>
      <p:grpSp>
        <p:nvGrpSpPr>
          <p:cNvPr id="1291" name="Google Shape;1291;p28">
            <a:extLst>
              <a:ext uri="{FF2B5EF4-FFF2-40B4-BE49-F238E27FC236}">
                <a16:creationId xmlns:a16="http://schemas.microsoft.com/office/drawing/2014/main" id="{AFA4A36D-2E00-7120-C409-6CA7C6F2B5A0}"/>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60DBE9F5-D096-0D60-E7B0-3C50F67F8FEB}"/>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DAF090FD-CD59-80DB-5875-99A3BA6110A0}"/>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D68B8D58-8F56-9895-1DBB-8967003318A2}"/>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C8D11B15-0882-92B4-2083-C2A9877851CE}"/>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7BA525AA-5663-A56A-8296-9E4686157BD9}"/>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291BE1A0-F76A-4E55-FA62-AD0025AC2C79}"/>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D0370185-3155-CA7F-B390-C5CED86165F2}"/>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A86E0AE9-84EF-944E-E959-B993DDEE558A}"/>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229A3B1E-BDC1-55DF-7BA5-F0ED498EE2FE}"/>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F17DF509-FE6E-A63E-094E-E10F1BD02531}"/>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FD0D14C9-406D-1B23-D773-41B7B74EE360}"/>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538B4933-EF87-D80C-507B-F0DE002CADC8}"/>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F690851F-BFDA-7C7A-CFDC-F360AD67DA6D}"/>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E5CC0D3C-16F6-CDC5-0438-B62B3474F9C8}"/>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C06FDC8D-64E2-47F0-6CBE-4C3299DF9304}"/>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2BA2465C-B67E-EA6F-A99A-7FE2AFCD96AE}"/>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69DEC40E-6013-9607-C777-A74F72FC3B40}"/>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EDDFD949-E461-E759-4AA1-77C1A5577F01}"/>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C73840C2-F5BA-9A1F-8010-EA38F1461E7B}"/>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E33752DA-96A5-2D34-5359-63F6CC7AEEDD}"/>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19E05F70-504B-5471-C302-A0259A1B2C42}"/>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A798A2A3-5D2D-6087-A5DE-5A13DA5A0828}"/>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77B12D77-5CDA-7F81-9055-94632DB3C38C}"/>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6407F5E6-0869-BC3F-3170-C5194771DC03}"/>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4EFD86D6-1A43-C648-CABD-0413F5ECBA82}"/>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D101746B-D7C8-2C40-FA9C-86F4FC34CBCD}"/>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B7DE7F6D-245A-4E3D-47D1-DA7A08F40A0D}"/>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C2B44AC2-835F-CAD4-4589-6E653C7184ED}"/>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D8831BA6-C2C8-3947-BA59-BF0C4B4C5904}"/>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BDD33D1A-C6AE-F5F9-5937-08A6B836E039}"/>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0482366B-8FD3-6A8A-AEAF-C572156F43C4}"/>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F441D263-C11D-B690-112F-3E7D674359AE}"/>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A683516E-0E56-A2E1-88A5-EE4F02722244}"/>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F0076B19-5996-67DA-456D-8C7D3158DA96}"/>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35BF7E76-3DDE-DC57-D768-B06179344725}"/>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642DBB45-0BB4-68EC-87CE-4F80C8A69C0B}"/>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D75F8A53-5A16-67CE-7ED1-405F87EDBA84}"/>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0D844BC7-308A-84B8-E5F0-78D488F7DA7B}"/>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2D8800CE-031F-A0E7-4EE9-F88E939C91BD}"/>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F772C044-EDE1-7255-709B-5C0DC422A843}"/>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72F072DA-AAFF-35FC-9B26-3EDE8CFE9A19}"/>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4F5EC218-81E6-2F2B-D207-26D7E866229C}"/>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DE7865B7-62BB-B5EB-C6CF-74C68D078A0F}"/>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40CC4B7E-9B42-6C52-5EED-D74D9817180C}"/>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15B92C80-EB77-3615-BC00-88FAB0FAF362}"/>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EEF74B64-2E2F-2262-07A8-E172E713D339}"/>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7EF3D9D6-1690-6553-5679-616FC6CD54AA}"/>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E0CC5B14-7ADF-3B2F-1088-EA84103B5903}"/>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EE211B05-502B-F9A9-BF7D-83F7C38D4C47}"/>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FFC08C82-63B2-00DC-3A96-A2B9E15F2670}"/>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45D7E023-C63D-09FF-0A82-A813DBD10991}"/>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B5797382-73B2-4B75-A82D-B9C95BE6D3B3}"/>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9123C0F5-31D2-9D9C-5482-6C545870D955}"/>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734530A4-230D-087D-BE36-B69F7499FAAC}"/>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8C990C3B-1A0F-38A7-CB7C-40BCE6561A9D}"/>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8E07B7C8-8E05-DD1C-F0CF-96B5A5400734}"/>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5F2DFFDB-7844-CEB7-312F-C6F044551373}"/>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16F42CFE-6C80-64B1-3383-2028D78772FD}"/>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9ADB74A6-1B61-4051-A062-70C1EB22C560}"/>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43826F28-C950-31A1-C301-CD2806013972}"/>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79CE2BD0-EF60-3C10-3415-A89BBD66CB45}"/>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F28AB13E-3A4B-EB8A-7286-B744CFBFFA6D}"/>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9EDC5D0E-B979-8FB1-8542-CC3938A67657}"/>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789A1A0E-F2D6-814A-CED1-E162D1358B58}"/>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F755EA5B-75DA-7214-345F-C980072ADAB4}"/>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BC038E3C-548A-5678-12A5-FD787D2439AA}"/>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31F9C176-40F4-84D5-6868-F496DDE3AC54}"/>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C78AC7F7-8F92-F5B0-F529-91D5146A2CFE}"/>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CA5EC248-02FE-2A64-2F8C-F0C3A63D81B8}"/>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D31E893D-5DFD-3E6D-D94E-750498FE17FE}"/>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1BD5B4DC-4257-6723-1C4A-0AA78D11ADFB}"/>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D1954F47-0916-1E27-79B0-B673EF4B06EF}"/>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F48C232B-E789-66FA-3EDA-0D12D42349EC}"/>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1AEBB964-52A4-71D0-7C4E-3FDC1939D0F1}"/>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C5C7E08E-D718-5EBC-68E6-879F9615FE58}"/>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549A34E8-5B34-DDBA-A7CA-8A2E0870CA33}"/>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0AED88E3-50AD-97D3-E763-E225D5128108}"/>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63AF2BF1-CD41-F0F4-915C-329F11966E0A}"/>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14273352-EBC2-AF5F-3960-A6F319D482B4}"/>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9AAEF0A1-EEAE-1E2B-A2AD-C2F8B62AEDD9}"/>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6C97A4AB-A983-E381-40DB-B8B98E92E91E}"/>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144F4EF5-A2DA-8712-C825-C89E4ECDC0E5}"/>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B24EA16A-7D5F-2630-52A1-CCF6867BE1EE}"/>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8962F966-32A0-1467-B866-8EF43B4E46A2}"/>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12C7B82A-BCC5-4F0D-FE72-9845C725CD53}"/>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DC32ECFB-39DE-265D-4584-78F97A11103D}"/>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E5EAF6B9-747A-EEA4-4BB6-058A71773D2E}"/>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85D0665E-30F5-6037-7E1C-A9709457F5DB}"/>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77C7F403-0174-7EFA-7BD7-E1F977F4082F}"/>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F6E1D5C3-2C38-2BC9-C210-4A2C962129DC}"/>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99115CF2-33FB-7105-ABFE-0F481C9FBCAB}"/>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7DC8794C-DF62-D170-855A-B430EF81F482}"/>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7127603A-9C2D-E7A0-8734-6E44238D7EB9}"/>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D6880C60-7230-BF20-8E65-D0E7CB2017C6}"/>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62058388-F271-51BF-D657-0C35A80B8F77}"/>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E599363F-055A-81BD-D8A6-73E31E749B2C}"/>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9FB3B21B-7913-9333-3161-E11E9E87E314}"/>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32491498-3DEA-0E57-58E2-8E7D53965093}"/>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10165F52-3046-03AA-148B-959E072B797D}"/>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81E95803-D7F7-06F8-DD75-CE010ADF6DD9}"/>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05B27DDB-A77E-2EB3-A103-7431347C4EF0}"/>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A8BCF908-F743-88AC-2839-AF45898E53C0}"/>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AFD62235-EDEF-6F12-F2C7-34847D27A029}"/>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742ACBB7-DFA4-366B-8F23-3DE8A0E9B70E}"/>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9B1608D6-5ACD-C927-21E3-0F6A2F7ED25C}"/>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DFC99E33-6967-73C9-CD4B-0F1FE3EF2A7D}"/>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01EA0844-322D-0A6A-0718-6F3E46F83B88}"/>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A6D5C016-B908-E2B5-2F91-5D7EF9BC6763}"/>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6E3CF778-D6C6-EE28-1849-B5C770455694}"/>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BB5B9F25-7BA5-4CD0-C1EF-F895043D7439}"/>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2069DEE4-85B4-1042-87DB-1B4D8D9FBEAA}"/>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53A7048E-E7BD-6151-7F8C-8EF5B77A73A6}"/>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1906D13F-3436-F597-7AA0-74BD71104A1E}"/>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766CFAA7-55D6-E62C-072E-ACF0F52A6119}"/>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E27530DF-B023-B3B2-3921-BF8F2E32EA5F}"/>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82E17515-89A6-EA16-3976-6FF110C308C0}"/>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730FCF14-DE9D-E6B6-C933-43396D1FDC93}"/>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12A9203D-5D3D-B3C9-CAB1-C682B969E1A7}"/>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03E43766-6401-D9DF-7DB3-A5B1BB5D1D5C}"/>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39605266-1910-C7CA-F3F2-61C485CB59C4}"/>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A7AEDEC8-5EDB-E12C-E531-E97CDAEF1C2D}"/>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EDFB6A26-3565-1BE8-577F-CAE0D15BE50C}"/>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580A0862-8050-2F30-C0A1-E950D025BE26}"/>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015FACF3-3F05-7A63-6ED3-11F9E7BE1605}"/>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375263F5-83C4-7D1E-C604-9AEF928AC1AB}"/>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1B00AB61-565F-990D-718E-3909DEF430F5}"/>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354CD053-3F2B-C4EC-6A5F-208941479E5D}"/>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C3EE31D6-3505-CE42-21FA-C3D107673F9A}"/>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50114A65-5DEF-A7C3-3497-A4F24000FD23}"/>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C941E81D-641F-C812-47D2-F172F64EC039}"/>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750C91EF-0FC3-2D6E-1C5F-606587348F58}"/>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B5AB421B-E3BE-F139-01B1-B3F3D5B6936F}"/>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0BDE2EEB-93B0-91EE-2564-490AC11A5150}"/>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59152AA5-DDFD-1C2D-1A97-38307982D830}"/>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0F6F492F-0100-CE58-CB0D-9362940BB9FA}"/>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7E045728-EC1B-87BB-148C-4E5B992B8DC6}"/>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08BB1CCA-7EBA-311F-50FB-BB44BBBC2331}"/>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7B0F5A31-45BE-6D2B-FF0D-97B87A518133}"/>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19F3FC24-A502-21E3-3E20-151E74B35B80}"/>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97D9FB3F-CFB1-A422-879A-386259A91B3D}"/>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B5EBCA55-C04E-CA36-CFF1-D5617423A653}"/>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5268A189-8D4C-8039-56F1-D04F62069B65}"/>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09B2D02E-85DD-4E3F-D78B-CE8E7ED6BEF6}"/>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01AC4723-75F8-AD50-710C-0D80274F216D}"/>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67161F1B-D5D1-8429-74B7-E5376731ED82}"/>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24749F54-85D7-51CB-57D6-72B5F11AA4BA}"/>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00A33E87-6F9B-D6EB-A810-6885EC842A3C}"/>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3AF0EECF-5CC6-34A5-AE96-130EAB5D2EE4}"/>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9CE9BF40-D9CA-719A-C7D3-6033FFD9569B}"/>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E7E5B585-FDC3-78B3-58A7-ACC3D4232387}"/>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B50303C4-7018-EA55-0EB0-7487BA2B5ACA}"/>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E001F043-1B4A-FF1C-555C-2968BFB19E2B}"/>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4A15F062-89EB-BB61-A120-474B80DF4A94}"/>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B19B8115-1DD3-3E8A-8537-7E1185344F36}"/>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AF3D9FCE-1F61-550E-B53B-6B7590271D7F}"/>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5DE7B9B3-259F-2427-FA2C-CEFC78354500}"/>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1B7426E7-0292-ADEB-EB1E-B83423649889}"/>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F2D5066E-5E3B-05F8-8540-A17416558E5B}"/>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646891B2-79B2-5471-F2F2-8C34713FA69E}"/>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ABB4099E-AADA-BDE7-8138-3EEF1D38D0FA}"/>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4FAA96CB-45DF-FD2B-78B9-610FA106D638}"/>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23B48397-AA5D-A841-F943-137D9E79BAB0}"/>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0360A309-8EA2-49F3-9C9E-34C988830943}"/>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6893F23F-BFC7-F269-8214-46E2836F1EC4}"/>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CFAA301E-8D77-836F-6300-FD773564CE6C}"/>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7A6980F7-F014-0A4C-4391-1F9AEDA56547}"/>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3DACEB5E-F11E-7182-0AFF-BBA336920790}"/>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473C0E89-32B5-A8A1-5A8F-FFA3801AA687}"/>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837181B3-3005-FA00-C562-3A5435E6E716}"/>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70F5834D-E1B6-0DAC-0714-11A590376CBF}"/>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648CE4FC-A6DB-9B95-CCA1-7CAACDB83F1B}"/>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26F088BF-E06D-94A1-E930-39AAB03AB5B1}"/>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666B80ED-3BDB-5F57-7026-FD0F9A7876F9}"/>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02C33E2B-9C9D-30FE-E9A0-1A748E65169E}"/>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09490F2B-CFBC-7F9D-C574-239732695CE7}"/>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58AFD5D7-CAA5-3139-9408-7E454F8F84D4}"/>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47B3D3BB-5E36-25A9-4B7C-7FF157C200EA}"/>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50490863-355F-8F6F-2030-7B9E65CC7EE3}"/>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B98DB836-0145-C3FA-D26C-6A4ED903F607}"/>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E91664A9-9D66-220F-2268-F06AA70CF35A}"/>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2CAB7EF9-6E9D-8451-2249-1E9DEEF05903}"/>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A7F2EE15-DADF-71F9-7BB2-DDD4E7ECE267}"/>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650ADEE7-AFD3-71FE-3332-3C847E02C41C}"/>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DBC91B00-EF3E-BA1D-8C87-01F86C4BDE30}"/>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7804CC27-F7DC-B46A-52EA-226F07CC826C}"/>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BE75B9D9-025C-65CF-E94B-42581B8DDA8F}"/>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C78DA829-D4AA-B842-CDCB-28A6C5A0501B}"/>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C5843469-708B-E2CB-B3FB-DE94EBB27847}"/>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11628687-2FCE-B174-3111-58A661C7612C}"/>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850FB0E8-EA8B-6324-4521-F4C666FFEB74}"/>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DC245303-2FED-7AEF-93D3-25502E0C4975}"/>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6D887430-6CE9-256A-7B23-E8F4BCB6930C}"/>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4F32508A-2478-88C0-C407-629A53B7E208}"/>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F13C2D72-6936-2775-AA44-EE38BCE10E0F}"/>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6A067D34-4DF5-F6D7-D195-1274ED3299EE}"/>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739409C1-4B05-5A9A-1E66-D6F2701A27B7}"/>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97D3CF13-EC8E-215F-7FB3-137ADCB79F6B}"/>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98A5549D-D715-F83E-C0A3-6696605390BD}"/>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88F01E63-566B-1931-E9F9-67096ECAA684}"/>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7B25252D-EE90-FF1F-2617-9916BE733E0E}"/>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AFA70EBD-FB6D-EC05-7C01-B9C0CC7008BB}"/>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5DA48C34-6BEC-F2C2-BE57-15E14A186B7A}"/>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9D32B1E6-C3A1-FBAF-467E-292CCF4436A3}"/>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A950B81D-01A9-9AE8-B0FC-FCF16E29CA09}"/>
              </a:ext>
            </a:extLst>
          </p:cNvPr>
          <p:cNvSpPr txBox="1"/>
          <p:nvPr/>
        </p:nvSpPr>
        <p:spPr>
          <a:xfrm>
            <a:off x="8660780" y="4728117"/>
            <a:ext cx="483220" cy="307777"/>
          </a:xfrm>
          <a:prstGeom prst="rect">
            <a:avLst/>
          </a:prstGeom>
          <a:noFill/>
        </p:spPr>
        <p:txBody>
          <a:bodyPr wrap="square" rtlCol="0">
            <a:spAutoFit/>
          </a:bodyPr>
          <a:lstStyle/>
          <a:p>
            <a:pPr algn="r"/>
            <a:r>
              <a:rPr lang="fr-FR" dirty="0"/>
              <a:t>15</a:t>
            </a:r>
          </a:p>
        </p:txBody>
      </p:sp>
    </p:spTree>
    <p:extLst>
      <p:ext uri="{BB962C8B-B14F-4D97-AF65-F5344CB8AC3E}">
        <p14:creationId xmlns:p14="http://schemas.microsoft.com/office/powerpoint/2010/main" val="3182609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9">
          <a:extLst>
            <a:ext uri="{FF2B5EF4-FFF2-40B4-BE49-F238E27FC236}">
              <a16:creationId xmlns:a16="http://schemas.microsoft.com/office/drawing/2014/main" id="{A047492A-4449-BEFB-E8B6-35EED0EE6F92}"/>
            </a:ext>
          </a:extLst>
        </p:cNvPr>
        <p:cNvGrpSpPr/>
        <p:nvPr/>
      </p:nvGrpSpPr>
      <p:grpSpPr>
        <a:xfrm>
          <a:off x="0" y="0"/>
          <a:ext cx="0" cy="0"/>
          <a:chOff x="0" y="0"/>
          <a:chExt cx="0" cy="0"/>
        </a:xfrm>
      </p:grpSpPr>
      <p:sp>
        <p:nvSpPr>
          <p:cNvPr id="710" name="Google Shape;710;p24">
            <a:extLst>
              <a:ext uri="{FF2B5EF4-FFF2-40B4-BE49-F238E27FC236}">
                <a16:creationId xmlns:a16="http://schemas.microsoft.com/office/drawing/2014/main" id="{A0304D9D-2F33-0DC7-8D95-81811711D91D}"/>
              </a:ext>
            </a:extLst>
          </p:cNvPr>
          <p:cNvSpPr txBox="1">
            <a:spLocks noGrp="1"/>
          </p:cNvSpPr>
          <p:nvPr>
            <p:ph type="ctrTitle"/>
          </p:nvPr>
        </p:nvSpPr>
        <p:spPr>
          <a:xfrm>
            <a:off x="1042120" y="1333520"/>
            <a:ext cx="5366495" cy="2151300"/>
          </a:xfrm>
          <a:prstGeom prst="rect">
            <a:avLst/>
          </a:prstGeom>
        </p:spPr>
        <p:txBody>
          <a:bodyPr spcFirstLastPara="1" wrap="square" lIns="91425" tIns="91425" rIns="91425" bIns="91425" anchor="b" anchorCtr="0">
            <a:noAutofit/>
          </a:bodyPr>
          <a:lstStyle/>
          <a:p>
            <a:pPr lvl="0"/>
            <a:r>
              <a:rPr lang="fr-FR" sz="4000" dirty="0"/>
              <a:t>MERCI POUR VOTRE ATTENTION</a:t>
            </a:r>
            <a:endParaRPr sz="2800" b="0" dirty="0">
              <a:solidFill>
                <a:schemeClr val="bg1">
                  <a:lumMod val="50000"/>
                </a:schemeClr>
              </a:solidFill>
            </a:endParaRPr>
          </a:p>
        </p:txBody>
      </p:sp>
      <p:grpSp>
        <p:nvGrpSpPr>
          <p:cNvPr id="712" name="Google Shape;712;p24">
            <a:extLst>
              <a:ext uri="{FF2B5EF4-FFF2-40B4-BE49-F238E27FC236}">
                <a16:creationId xmlns:a16="http://schemas.microsoft.com/office/drawing/2014/main" id="{9B44D2CA-BB67-A535-E0A7-0262DF1949D8}"/>
              </a:ext>
            </a:extLst>
          </p:cNvPr>
          <p:cNvGrpSpPr/>
          <p:nvPr/>
        </p:nvGrpSpPr>
        <p:grpSpPr>
          <a:xfrm>
            <a:off x="6640328" y="1333520"/>
            <a:ext cx="3374953" cy="2676564"/>
            <a:chOff x="5148240" y="1213448"/>
            <a:chExt cx="3374953" cy="2676564"/>
          </a:xfrm>
        </p:grpSpPr>
        <p:grpSp>
          <p:nvGrpSpPr>
            <p:cNvPr id="713" name="Google Shape;713;p24">
              <a:extLst>
                <a:ext uri="{FF2B5EF4-FFF2-40B4-BE49-F238E27FC236}">
                  <a16:creationId xmlns:a16="http://schemas.microsoft.com/office/drawing/2014/main" id="{2EBEAFBE-3AEA-7534-F582-3478DFDA7A46}"/>
                </a:ext>
              </a:extLst>
            </p:cNvPr>
            <p:cNvGrpSpPr/>
            <p:nvPr/>
          </p:nvGrpSpPr>
          <p:grpSpPr>
            <a:xfrm>
              <a:off x="8384122" y="2614871"/>
              <a:ext cx="139071" cy="139071"/>
              <a:chOff x="5448853" y="3419595"/>
              <a:chExt cx="78736" cy="78736"/>
            </a:xfrm>
          </p:grpSpPr>
          <p:sp>
            <p:nvSpPr>
              <p:cNvPr id="714" name="Google Shape;714;p24">
                <a:extLst>
                  <a:ext uri="{FF2B5EF4-FFF2-40B4-BE49-F238E27FC236}">
                    <a16:creationId xmlns:a16="http://schemas.microsoft.com/office/drawing/2014/main" id="{BE585C52-FC6C-4C70-3343-69D1792C3E58}"/>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a:extLst>
                  <a:ext uri="{FF2B5EF4-FFF2-40B4-BE49-F238E27FC236}">
                    <a16:creationId xmlns:a16="http://schemas.microsoft.com/office/drawing/2014/main" id="{137F1C07-B258-579E-5290-1AAD01278D4C}"/>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a:extLst>
                  <a:ext uri="{FF2B5EF4-FFF2-40B4-BE49-F238E27FC236}">
                    <a16:creationId xmlns:a16="http://schemas.microsoft.com/office/drawing/2014/main" id="{292137AD-609D-2101-CC40-63E3C7E858F0}"/>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a:extLst>
                  <a:ext uri="{FF2B5EF4-FFF2-40B4-BE49-F238E27FC236}">
                    <a16:creationId xmlns:a16="http://schemas.microsoft.com/office/drawing/2014/main" id="{D6A79F77-5834-6F8A-5F6E-6D4F7A055FD1}"/>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a:extLst>
                  <a:ext uri="{FF2B5EF4-FFF2-40B4-BE49-F238E27FC236}">
                    <a16:creationId xmlns:a16="http://schemas.microsoft.com/office/drawing/2014/main" id="{4FC61C43-2D0E-FCC0-A865-D339290C960D}"/>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a:extLst>
                  <a:ext uri="{FF2B5EF4-FFF2-40B4-BE49-F238E27FC236}">
                    <a16:creationId xmlns:a16="http://schemas.microsoft.com/office/drawing/2014/main" id="{AED332FA-9986-D12D-12EB-63477063BA10}"/>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a:extLst>
                  <a:ext uri="{FF2B5EF4-FFF2-40B4-BE49-F238E27FC236}">
                    <a16:creationId xmlns:a16="http://schemas.microsoft.com/office/drawing/2014/main" id="{130554A9-6B2E-4582-AA78-7C73EF5AA3E6}"/>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a:extLst>
                  <a:ext uri="{FF2B5EF4-FFF2-40B4-BE49-F238E27FC236}">
                    <a16:creationId xmlns:a16="http://schemas.microsoft.com/office/drawing/2014/main" id="{53538771-AB81-3507-0F77-B9CD4F358DB4}"/>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24">
              <a:extLst>
                <a:ext uri="{FF2B5EF4-FFF2-40B4-BE49-F238E27FC236}">
                  <a16:creationId xmlns:a16="http://schemas.microsoft.com/office/drawing/2014/main" id="{44A26B9A-0D76-EF20-71F7-E12E4D373F6C}"/>
                </a:ext>
              </a:extLst>
            </p:cNvPr>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a:extLst>
                <a:ext uri="{FF2B5EF4-FFF2-40B4-BE49-F238E27FC236}">
                  <a16:creationId xmlns:a16="http://schemas.microsoft.com/office/drawing/2014/main" id="{81E54C41-CD6A-339A-D0C5-B6D3FCA8CDE7}"/>
                </a:ext>
              </a:extLst>
            </p:cNvPr>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a:extLst>
                <a:ext uri="{FF2B5EF4-FFF2-40B4-BE49-F238E27FC236}">
                  <a16:creationId xmlns:a16="http://schemas.microsoft.com/office/drawing/2014/main" id="{1F2A442B-6FB1-A368-8016-2F8FDBA3F6A0}"/>
                </a:ext>
              </a:extLst>
            </p:cNvPr>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a:extLst>
                <a:ext uri="{FF2B5EF4-FFF2-40B4-BE49-F238E27FC236}">
                  <a16:creationId xmlns:a16="http://schemas.microsoft.com/office/drawing/2014/main" id="{94C8D052-62E1-548F-D788-BF00C080C5BA}"/>
                </a:ext>
              </a:extLst>
            </p:cNvPr>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a:extLst>
                <a:ext uri="{FF2B5EF4-FFF2-40B4-BE49-F238E27FC236}">
                  <a16:creationId xmlns:a16="http://schemas.microsoft.com/office/drawing/2014/main" id="{8E5D55CA-8BA1-0CE6-FC25-61D2B7543238}"/>
                </a:ext>
              </a:extLst>
            </p:cNvPr>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a:extLst>
                <a:ext uri="{FF2B5EF4-FFF2-40B4-BE49-F238E27FC236}">
                  <a16:creationId xmlns:a16="http://schemas.microsoft.com/office/drawing/2014/main" id="{475C3CB0-DECF-4D53-A4E8-030CA9D40B63}"/>
                </a:ext>
              </a:extLst>
            </p:cNvPr>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a:extLst>
                <a:ext uri="{FF2B5EF4-FFF2-40B4-BE49-F238E27FC236}">
                  <a16:creationId xmlns:a16="http://schemas.microsoft.com/office/drawing/2014/main" id="{5E652FBC-A581-2558-0649-846C4D0BF44B}"/>
                </a:ext>
              </a:extLst>
            </p:cNvPr>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a:extLst>
                <a:ext uri="{FF2B5EF4-FFF2-40B4-BE49-F238E27FC236}">
                  <a16:creationId xmlns:a16="http://schemas.microsoft.com/office/drawing/2014/main" id="{EFE4A692-B61E-2EEF-EC47-254D9AA6ECCD}"/>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a:extLst>
                <a:ext uri="{FF2B5EF4-FFF2-40B4-BE49-F238E27FC236}">
                  <a16:creationId xmlns:a16="http://schemas.microsoft.com/office/drawing/2014/main" id="{08F78F79-24EE-2687-9A82-4E4F03409C88}"/>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a:extLst>
                <a:ext uri="{FF2B5EF4-FFF2-40B4-BE49-F238E27FC236}">
                  <a16:creationId xmlns:a16="http://schemas.microsoft.com/office/drawing/2014/main" id="{287C7339-D208-9489-6F8E-D3A170F0C26E}"/>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a:extLst>
                <a:ext uri="{FF2B5EF4-FFF2-40B4-BE49-F238E27FC236}">
                  <a16:creationId xmlns:a16="http://schemas.microsoft.com/office/drawing/2014/main" id="{2BB2EABB-84B5-0DE1-C1C6-17A6ADDE143C}"/>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4">
              <a:extLst>
                <a:ext uri="{FF2B5EF4-FFF2-40B4-BE49-F238E27FC236}">
                  <a16:creationId xmlns:a16="http://schemas.microsoft.com/office/drawing/2014/main" id="{04738C49-C0FE-F882-D65A-C5207D2D89DF}"/>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4">
              <a:extLst>
                <a:ext uri="{FF2B5EF4-FFF2-40B4-BE49-F238E27FC236}">
                  <a16:creationId xmlns:a16="http://schemas.microsoft.com/office/drawing/2014/main" id="{FB3D841A-3380-7952-2A5E-905355911753}"/>
                </a:ext>
              </a:extLst>
            </p:cNvPr>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4">
              <a:extLst>
                <a:ext uri="{FF2B5EF4-FFF2-40B4-BE49-F238E27FC236}">
                  <a16:creationId xmlns:a16="http://schemas.microsoft.com/office/drawing/2014/main" id="{84B9AA42-4370-7126-6C11-12D5E1C18193}"/>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4">
              <a:extLst>
                <a:ext uri="{FF2B5EF4-FFF2-40B4-BE49-F238E27FC236}">
                  <a16:creationId xmlns:a16="http://schemas.microsoft.com/office/drawing/2014/main" id="{3EF04644-1BD0-71D2-418A-E80D9672D30D}"/>
                </a:ext>
              </a:extLst>
            </p:cNvPr>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a:extLst>
                <a:ext uri="{FF2B5EF4-FFF2-40B4-BE49-F238E27FC236}">
                  <a16:creationId xmlns:a16="http://schemas.microsoft.com/office/drawing/2014/main" id="{6D6958DF-5A26-9F38-B3CE-E6A856E1D40B}"/>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a:extLst>
                <a:ext uri="{FF2B5EF4-FFF2-40B4-BE49-F238E27FC236}">
                  <a16:creationId xmlns:a16="http://schemas.microsoft.com/office/drawing/2014/main" id="{1E914AE4-0931-DA6C-4C36-54959F1FC737}"/>
                </a:ext>
              </a:extLst>
            </p:cNvPr>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a:extLst>
                <a:ext uri="{FF2B5EF4-FFF2-40B4-BE49-F238E27FC236}">
                  <a16:creationId xmlns:a16="http://schemas.microsoft.com/office/drawing/2014/main" id="{8842D30A-39E5-142E-553E-9A08A85240C8}"/>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a:extLst>
                <a:ext uri="{FF2B5EF4-FFF2-40B4-BE49-F238E27FC236}">
                  <a16:creationId xmlns:a16="http://schemas.microsoft.com/office/drawing/2014/main" id="{196C6016-C80F-5F1A-2345-C4560BCC9F88}"/>
                </a:ext>
              </a:extLst>
            </p:cNvPr>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4">
              <a:extLst>
                <a:ext uri="{FF2B5EF4-FFF2-40B4-BE49-F238E27FC236}">
                  <a16:creationId xmlns:a16="http://schemas.microsoft.com/office/drawing/2014/main" id="{901CD4C0-CBBA-7B83-2A72-BB4BB82D5F24}"/>
                </a:ext>
              </a:extLst>
            </p:cNvPr>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a:extLst>
                <a:ext uri="{FF2B5EF4-FFF2-40B4-BE49-F238E27FC236}">
                  <a16:creationId xmlns:a16="http://schemas.microsoft.com/office/drawing/2014/main" id="{DC857973-E5B3-3D7D-C337-8BB0AB3A6911}"/>
                </a:ext>
              </a:extLst>
            </p:cNvPr>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4">
              <a:extLst>
                <a:ext uri="{FF2B5EF4-FFF2-40B4-BE49-F238E27FC236}">
                  <a16:creationId xmlns:a16="http://schemas.microsoft.com/office/drawing/2014/main" id="{A8220793-3FFF-E196-026E-7805C80E2BD7}"/>
                </a:ext>
              </a:extLst>
            </p:cNvPr>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a:extLst>
                <a:ext uri="{FF2B5EF4-FFF2-40B4-BE49-F238E27FC236}">
                  <a16:creationId xmlns:a16="http://schemas.microsoft.com/office/drawing/2014/main" id="{E7A96C81-B5EC-2C60-D26C-E2BFC832C4CA}"/>
                </a:ext>
              </a:extLst>
            </p:cNvPr>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a:extLst>
                <a:ext uri="{FF2B5EF4-FFF2-40B4-BE49-F238E27FC236}">
                  <a16:creationId xmlns:a16="http://schemas.microsoft.com/office/drawing/2014/main" id="{3D0DE1C2-2595-4BEE-7D24-59958DFDA596}"/>
                </a:ext>
              </a:extLst>
            </p:cNvPr>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a:extLst>
                <a:ext uri="{FF2B5EF4-FFF2-40B4-BE49-F238E27FC236}">
                  <a16:creationId xmlns:a16="http://schemas.microsoft.com/office/drawing/2014/main" id="{6BB04FBE-7BDA-4BEE-BB76-8BCD98DEE758}"/>
                </a:ext>
              </a:extLst>
            </p:cNvPr>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a:extLst>
                <a:ext uri="{FF2B5EF4-FFF2-40B4-BE49-F238E27FC236}">
                  <a16:creationId xmlns:a16="http://schemas.microsoft.com/office/drawing/2014/main" id="{65226C49-7C92-0ED7-7A8E-8BCFA96CB394}"/>
                </a:ext>
              </a:extLst>
            </p:cNvPr>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a:extLst>
                <a:ext uri="{FF2B5EF4-FFF2-40B4-BE49-F238E27FC236}">
                  <a16:creationId xmlns:a16="http://schemas.microsoft.com/office/drawing/2014/main" id="{7BF5D83F-B5C6-8B2B-6219-AF943A21E364}"/>
                </a:ext>
              </a:extLst>
            </p:cNvPr>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a:extLst>
                <a:ext uri="{FF2B5EF4-FFF2-40B4-BE49-F238E27FC236}">
                  <a16:creationId xmlns:a16="http://schemas.microsoft.com/office/drawing/2014/main" id="{8BBC7B80-DD57-08BB-BF89-2586856D38B9}"/>
                </a:ext>
              </a:extLst>
            </p:cNvPr>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a:extLst>
                <a:ext uri="{FF2B5EF4-FFF2-40B4-BE49-F238E27FC236}">
                  <a16:creationId xmlns:a16="http://schemas.microsoft.com/office/drawing/2014/main" id="{6C7E437E-9634-0507-5E6F-A98AD66BE580}"/>
                </a:ext>
              </a:extLst>
            </p:cNvPr>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4">
              <a:extLst>
                <a:ext uri="{FF2B5EF4-FFF2-40B4-BE49-F238E27FC236}">
                  <a16:creationId xmlns:a16="http://schemas.microsoft.com/office/drawing/2014/main" id="{20108C84-2C94-A403-876B-C1B04C997EB0}"/>
                </a:ext>
              </a:extLst>
            </p:cNvPr>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a:extLst>
                <a:ext uri="{FF2B5EF4-FFF2-40B4-BE49-F238E27FC236}">
                  <a16:creationId xmlns:a16="http://schemas.microsoft.com/office/drawing/2014/main" id="{B824BFBE-6BDB-C323-1E84-0F7BD7764F41}"/>
                </a:ext>
              </a:extLst>
            </p:cNvPr>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4">
              <a:extLst>
                <a:ext uri="{FF2B5EF4-FFF2-40B4-BE49-F238E27FC236}">
                  <a16:creationId xmlns:a16="http://schemas.microsoft.com/office/drawing/2014/main" id="{3311D329-03A3-DABA-D591-4BDA5CFF1618}"/>
                </a:ext>
              </a:extLst>
            </p:cNvPr>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4">
              <a:extLst>
                <a:ext uri="{FF2B5EF4-FFF2-40B4-BE49-F238E27FC236}">
                  <a16:creationId xmlns:a16="http://schemas.microsoft.com/office/drawing/2014/main" id="{C0A7C43A-25DE-9C77-C170-EA2C809B33B6}"/>
                </a:ext>
              </a:extLst>
            </p:cNvPr>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4">
              <a:extLst>
                <a:ext uri="{FF2B5EF4-FFF2-40B4-BE49-F238E27FC236}">
                  <a16:creationId xmlns:a16="http://schemas.microsoft.com/office/drawing/2014/main" id="{5A9C6104-D926-3EEB-BCD8-240E4B339043}"/>
                </a:ext>
              </a:extLst>
            </p:cNvPr>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4">
              <a:extLst>
                <a:ext uri="{FF2B5EF4-FFF2-40B4-BE49-F238E27FC236}">
                  <a16:creationId xmlns:a16="http://schemas.microsoft.com/office/drawing/2014/main" id="{38119BA1-6A6B-8C4E-06E1-0B62FAB1D4AA}"/>
                </a:ext>
              </a:extLst>
            </p:cNvPr>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a:extLst>
                <a:ext uri="{FF2B5EF4-FFF2-40B4-BE49-F238E27FC236}">
                  <a16:creationId xmlns:a16="http://schemas.microsoft.com/office/drawing/2014/main" id="{08407E2B-F0B4-C286-5267-B6D23CFCF7BB}"/>
                </a:ext>
              </a:extLst>
            </p:cNvPr>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a:extLst>
                <a:ext uri="{FF2B5EF4-FFF2-40B4-BE49-F238E27FC236}">
                  <a16:creationId xmlns:a16="http://schemas.microsoft.com/office/drawing/2014/main" id="{A8F50161-8752-3967-44E1-3AE124415E16}"/>
                </a:ext>
              </a:extLst>
            </p:cNvPr>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4">
              <a:extLst>
                <a:ext uri="{FF2B5EF4-FFF2-40B4-BE49-F238E27FC236}">
                  <a16:creationId xmlns:a16="http://schemas.microsoft.com/office/drawing/2014/main" id="{55C60E52-EE24-BFA1-60DE-77385C62B5F2}"/>
                </a:ext>
              </a:extLst>
            </p:cNvPr>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4">
              <a:extLst>
                <a:ext uri="{FF2B5EF4-FFF2-40B4-BE49-F238E27FC236}">
                  <a16:creationId xmlns:a16="http://schemas.microsoft.com/office/drawing/2014/main" id="{F5F4FA97-0624-E090-3A5A-E9D64AB59A01}"/>
                </a:ext>
              </a:extLst>
            </p:cNvPr>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4">
              <a:extLst>
                <a:ext uri="{FF2B5EF4-FFF2-40B4-BE49-F238E27FC236}">
                  <a16:creationId xmlns:a16="http://schemas.microsoft.com/office/drawing/2014/main" id="{B7E36D5B-7776-70DA-A8AD-AB7D0989BDE8}"/>
                </a:ext>
              </a:extLst>
            </p:cNvPr>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a:extLst>
                <a:ext uri="{FF2B5EF4-FFF2-40B4-BE49-F238E27FC236}">
                  <a16:creationId xmlns:a16="http://schemas.microsoft.com/office/drawing/2014/main" id="{B961A011-F538-1840-9743-7523AADBB7FC}"/>
                </a:ext>
              </a:extLst>
            </p:cNvPr>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a:extLst>
                <a:ext uri="{FF2B5EF4-FFF2-40B4-BE49-F238E27FC236}">
                  <a16:creationId xmlns:a16="http://schemas.microsoft.com/office/drawing/2014/main" id="{1D996104-2998-6B9D-D70E-8D41E064DC9A}"/>
                </a:ext>
              </a:extLst>
            </p:cNvPr>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a:extLst>
                <a:ext uri="{FF2B5EF4-FFF2-40B4-BE49-F238E27FC236}">
                  <a16:creationId xmlns:a16="http://schemas.microsoft.com/office/drawing/2014/main" id="{99E670DA-CEA7-6A05-7F85-8854C8F07B11}"/>
                </a:ext>
              </a:extLst>
            </p:cNvPr>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a:extLst>
                <a:ext uri="{FF2B5EF4-FFF2-40B4-BE49-F238E27FC236}">
                  <a16:creationId xmlns:a16="http://schemas.microsoft.com/office/drawing/2014/main" id="{7CACA3E3-8F8F-F84F-FC79-D7E48DBDC830}"/>
                </a:ext>
              </a:extLst>
            </p:cNvPr>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a:extLst>
                <a:ext uri="{FF2B5EF4-FFF2-40B4-BE49-F238E27FC236}">
                  <a16:creationId xmlns:a16="http://schemas.microsoft.com/office/drawing/2014/main" id="{C085EA5B-6913-8A27-011E-5AFF308AA6A1}"/>
                </a:ext>
              </a:extLst>
            </p:cNvPr>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4">
              <a:extLst>
                <a:ext uri="{FF2B5EF4-FFF2-40B4-BE49-F238E27FC236}">
                  <a16:creationId xmlns:a16="http://schemas.microsoft.com/office/drawing/2014/main" id="{D8F33272-4CE9-C39D-20E9-FAA591B9EA3B}"/>
                </a:ext>
              </a:extLst>
            </p:cNvPr>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4">
              <a:extLst>
                <a:ext uri="{FF2B5EF4-FFF2-40B4-BE49-F238E27FC236}">
                  <a16:creationId xmlns:a16="http://schemas.microsoft.com/office/drawing/2014/main" id="{C558DB31-8521-CB2E-695B-4940E47FDA6A}"/>
                </a:ext>
              </a:extLst>
            </p:cNvPr>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a:extLst>
                <a:ext uri="{FF2B5EF4-FFF2-40B4-BE49-F238E27FC236}">
                  <a16:creationId xmlns:a16="http://schemas.microsoft.com/office/drawing/2014/main" id="{CE8F676C-7975-953B-1C0E-555B09F1E2C6}"/>
                </a:ext>
              </a:extLst>
            </p:cNvPr>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a:extLst>
                <a:ext uri="{FF2B5EF4-FFF2-40B4-BE49-F238E27FC236}">
                  <a16:creationId xmlns:a16="http://schemas.microsoft.com/office/drawing/2014/main" id="{6F78D4A3-E8BF-0F66-E777-344B99B293C9}"/>
                </a:ext>
              </a:extLst>
            </p:cNvPr>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a:extLst>
                <a:ext uri="{FF2B5EF4-FFF2-40B4-BE49-F238E27FC236}">
                  <a16:creationId xmlns:a16="http://schemas.microsoft.com/office/drawing/2014/main" id="{FCA1B3D7-2F43-E4C6-DBAF-C0C1023E6F22}"/>
                </a:ext>
              </a:extLst>
            </p:cNvPr>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a:extLst>
                <a:ext uri="{FF2B5EF4-FFF2-40B4-BE49-F238E27FC236}">
                  <a16:creationId xmlns:a16="http://schemas.microsoft.com/office/drawing/2014/main" id="{DAE3DA90-3186-0E00-CB1A-8D9A048F6D93}"/>
                </a:ext>
              </a:extLst>
            </p:cNvPr>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a:extLst>
                <a:ext uri="{FF2B5EF4-FFF2-40B4-BE49-F238E27FC236}">
                  <a16:creationId xmlns:a16="http://schemas.microsoft.com/office/drawing/2014/main" id="{C108773F-6110-3A7D-9F6D-B88981EF3678}"/>
                </a:ext>
              </a:extLst>
            </p:cNvPr>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4">
              <a:extLst>
                <a:ext uri="{FF2B5EF4-FFF2-40B4-BE49-F238E27FC236}">
                  <a16:creationId xmlns:a16="http://schemas.microsoft.com/office/drawing/2014/main" id="{4A4225E7-932A-F310-943E-EA634C3A7223}"/>
                </a:ext>
              </a:extLst>
            </p:cNvPr>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4">
              <a:extLst>
                <a:ext uri="{FF2B5EF4-FFF2-40B4-BE49-F238E27FC236}">
                  <a16:creationId xmlns:a16="http://schemas.microsoft.com/office/drawing/2014/main" id="{F5F2F6FF-81B2-12E3-D259-A77381D7E410}"/>
                </a:ext>
              </a:extLst>
            </p:cNvPr>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4">
              <a:extLst>
                <a:ext uri="{FF2B5EF4-FFF2-40B4-BE49-F238E27FC236}">
                  <a16:creationId xmlns:a16="http://schemas.microsoft.com/office/drawing/2014/main" id="{779C1415-3106-5882-73A8-EEF0431FDD6B}"/>
                </a:ext>
              </a:extLst>
            </p:cNvPr>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4">
              <a:extLst>
                <a:ext uri="{FF2B5EF4-FFF2-40B4-BE49-F238E27FC236}">
                  <a16:creationId xmlns:a16="http://schemas.microsoft.com/office/drawing/2014/main" id="{38FAD774-D9A9-5549-01E2-F86ECECF0964}"/>
                </a:ext>
              </a:extLst>
            </p:cNvPr>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4">
              <a:extLst>
                <a:ext uri="{FF2B5EF4-FFF2-40B4-BE49-F238E27FC236}">
                  <a16:creationId xmlns:a16="http://schemas.microsoft.com/office/drawing/2014/main" id="{3781718F-9BA6-A98A-19B7-29D8FB6D58F4}"/>
                </a:ext>
              </a:extLst>
            </p:cNvPr>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4">
              <a:extLst>
                <a:ext uri="{FF2B5EF4-FFF2-40B4-BE49-F238E27FC236}">
                  <a16:creationId xmlns:a16="http://schemas.microsoft.com/office/drawing/2014/main" id="{831669D5-E718-CB14-ACF5-7E7CFEC4551B}"/>
                </a:ext>
              </a:extLst>
            </p:cNvPr>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4">
              <a:extLst>
                <a:ext uri="{FF2B5EF4-FFF2-40B4-BE49-F238E27FC236}">
                  <a16:creationId xmlns:a16="http://schemas.microsoft.com/office/drawing/2014/main" id="{9E9923DA-3784-29B7-B9CA-404265F2C399}"/>
                </a:ext>
              </a:extLst>
            </p:cNvPr>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4">
              <a:extLst>
                <a:ext uri="{FF2B5EF4-FFF2-40B4-BE49-F238E27FC236}">
                  <a16:creationId xmlns:a16="http://schemas.microsoft.com/office/drawing/2014/main" id="{831F82EF-A2D3-D5F4-174C-35E3227121BC}"/>
                </a:ext>
              </a:extLst>
            </p:cNvPr>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4">
              <a:extLst>
                <a:ext uri="{FF2B5EF4-FFF2-40B4-BE49-F238E27FC236}">
                  <a16:creationId xmlns:a16="http://schemas.microsoft.com/office/drawing/2014/main" id="{01F8C7B2-A985-3874-DFF2-09452EF60293}"/>
                </a:ext>
              </a:extLst>
            </p:cNvPr>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4">
              <a:extLst>
                <a:ext uri="{FF2B5EF4-FFF2-40B4-BE49-F238E27FC236}">
                  <a16:creationId xmlns:a16="http://schemas.microsoft.com/office/drawing/2014/main" id="{45CF2705-2507-F8C7-816A-39F71E19856B}"/>
                </a:ext>
              </a:extLst>
            </p:cNvPr>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4">
              <a:extLst>
                <a:ext uri="{FF2B5EF4-FFF2-40B4-BE49-F238E27FC236}">
                  <a16:creationId xmlns:a16="http://schemas.microsoft.com/office/drawing/2014/main" id="{2DA9058E-B23B-6675-ECDA-19977CD0A5F5}"/>
                </a:ext>
              </a:extLst>
            </p:cNvPr>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4">
              <a:extLst>
                <a:ext uri="{FF2B5EF4-FFF2-40B4-BE49-F238E27FC236}">
                  <a16:creationId xmlns:a16="http://schemas.microsoft.com/office/drawing/2014/main" id="{59A843EF-DDE1-E7BF-D23F-8F0C4AA4F6A7}"/>
                </a:ext>
              </a:extLst>
            </p:cNvPr>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4">
              <a:extLst>
                <a:ext uri="{FF2B5EF4-FFF2-40B4-BE49-F238E27FC236}">
                  <a16:creationId xmlns:a16="http://schemas.microsoft.com/office/drawing/2014/main" id="{9BFC484E-AD01-CCEF-9A7B-52E22E25A0AE}"/>
                </a:ext>
              </a:extLst>
            </p:cNvPr>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4">
              <a:extLst>
                <a:ext uri="{FF2B5EF4-FFF2-40B4-BE49-F238E27FC236}">
                  <a16:creationId xmlns:a16="http://schemas.microsoft.com/office/drawing/2014/main" id="{14F329F2-5798-F818-F7FC-D5C07A8D6DC1}"/>
                </a:ext>
              </a:extLst>
            </p:cNvPr>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4">
              <a:extLst>
                <a:ext uri="{FF2B5EF4-FFF2-40B4-BE49-F238E27FC236}">
                  <a16:creationId xmlns:a16="http://schemas.microsoft.com/office/drawing/2014/main" id="{3593DD70-6920-E90C-2B31-4D2C945FCEDF}"/>
                </a:ext>
              </a:extLst>
            </p:cNvPr>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4">
              <a:extLst>
                <a:ext uri="{FF2B5EF4-FFF2-40B4-BE49-F238E27FC236}">
                  <a16:creationId xmlns:a16="http://schemas.microsoft.com/office/drawing/2014/main" id="{91B3F5CB-AE40-C5B2-E68E-AFD70099318D}"/>
                </a:ext>
              </a:extLst>
            </p:cNvPr>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4">
              <a:extLst>
                <a:ext uri="{FF2B5EF4-FFF2-40B4-BE49-F238E27FC236}">
                  <a16:creationId xmlns:a16="http://schemas.microsoft.com/office/drawing/2014/main" id="{390A3D10-4A99-FCA4-D528-20BD78989C10}"/>
                </a:ext>
              </a:extLst>
            </p:cNvPr>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4">
              <a:extLst>
                <a:ext uri="{FF2B5EF4-FFF2-40B4-BE49-F238E27FC236}">
                  <a16:creationId xmlns:a16="http://schemas.microsoft.com/office/drawing/2014/main" id="{EBDD93FB-18D7-5017-7D66-C3067CDCEB15}"/>
                </a:ext>
              </a:extLst>
            </p:cNvPr>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4">
              <a:extLst>
                <a:ext uri="{FF2B5EF4-FFF2-40B4-BE49-F238E27FC236}">
                  <a16:creationId xmlns:a16="http://schemas.microsoft.com/office/drawing/2014/main" id="{099320D3-4E2A-A275-559D-DCC4C4EB4A0D}"/>
                </a:ext>
              </a:extLst>
            </p:cNvPr>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4">
              <a:extLst>
                <a:ext uri="{FF2B5EF4-FFF2-40B4-BE49-F238E27FC236}">
                  <a16:creationId xmlns:a16="http://schemas.microsoft.com/office/drawing/2014/main" id="{0BCF0F74-CFB0-5E33-7B31-B43183B05942}"/>
                </a:ext>
              </a:extLst>
            </p:cNvPr>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4">
              <a:extLst>
                <a:ext uri="{FF2B5EF4-FFF2-40B4-BE49-F238E27FC236}">
                  <a16:creationId xmlns:a16="http://schemas.microsoft.com/office/drawing/2014/main" id="{D0BF2FF9-520D-C6CA-D51E-6D3BA6145EFC}"/>
                </a:ext>
              </a:extLst>
            </p:cNvPr>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4">
              <a:extLst>
                <a:ext uri="{FF2B5EF4-FFF2-40B4-BE49-F238E27FC236}">
                  <a16:creationId xmlns:a16="http://schemas.microsoft.com/office/drawing/2014/main" id="{B08209E1-8797-E9F8-BD27-181788E9B24A}"/>
                </a:ext>
              </a:extLst>
            </p:cNvPr>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4">
              <a:extLst>
                <a:ext uri="{FF2B5EF4-FFF2-40B4-BE49-F238E27FC236}">
                  <a16:creationId xmlns:a16="http://schemas.microsoft.com/office/drawing/2014/main" id="{72D945BC-5749-1931-BBA0-E8F1F9B9BF9D}"/>
                </a:ext>
              </a:extLst>
            </p:cNvPr>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4">
              <a:extLst>
                <a:ext uri="{FF2B5EF4-FFF2-40B4-BE49-F238E27FC236}">
                  <a16:creationId xmlns:a16="http://schemas.microsoft.com/office/drawing/2014/main" id="{BD59417A-D674-0316-75CC-CA2968BD5FC3}"/>
                </a:ext>
              </a:extLst>
            </p:cNvPr>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4">
              <a:extLst>
                <a:ext uri="{FF2B5EF4-FFF2-40B4-BE49-F238E27FC236}">
                  <a16:creationId xmlns:a16="http://schemas.microsoft.com/office/drawing/2014/main" id="{A404BC42-A2C0-BF1E-05F1-E133A2B0727D}"/>
                </a:ext>
              </a:extLst>
            </p:cNvPr>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4">
              <a:extLst>
                <a:ext uri="{FF2B5EF4-FFF2-40B4-BE49-F238E27FC236}">
                  <a16:creationId xmlns:a16="http://schemas.microsoft.com/office/drawing/2014/main" id="{65F6F4D5-51EF-B2BB-1F0C-105AF1A448CA}"/>
                </a:ext>
              </a:extLst>
            </p:cNvPr>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4">
              <a:extLst>
                <a:ext uri="{FF2B5EF4-FFF2-40B4-BE49-F238E27FC236}">
                  <a16:creationId xmlns:a16="http://schemas.microsoft.com/office/drawing/2014/main" id="{AFD0B742-AC2E-BC30-4D71-50F744AEAD63}"/>
                </a:ext>
              </a:extLst>
            </p:cNvPr>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4">
              <a:extLst>
                <a:ext uri="{FF2B5EF4-FFF2-40B4-BE49-F238E27FC236}">
                  <a16:creationId xmlns:a16="http://schemas.microsoft.com/office/drawing/2014/main" id="{9780FDF5-85D8-9A05-A65F-E225C95D0FD6}"/>
                </a:ext>
              </a:extLst>
            </p:cNvPr>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4">
              <a:extLst>
                <a:ext uri="{FF2B5EF4-FFF2-40B4-BE49-F238E27FC236}">
                  <a16:creationId xmlns:a16="http://schemas.microsoft.com/office/drawing/2014/main" id="{55E181B1-B44F-1F4E-FE6C-AE6ABA45848E}"/>
                </a:ext>
              </a:extLst>
            </p:cNvPr>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4">
              <a:extLst>
                <a:ext uri="{FF2B5EF4-FFF2-40B4-BE49-F238E27FC236}">
                  <a16:creationId xmlns:a16="http://schemas.microsoft.com/office/drawing/2014/main" id="{AF4D0E38-408A-C9AD-3FE7-BCA4EB1119D7}"/>
                </a:ext>
              </a:extLst>
            </p:cNvPr>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4">
              <a:extLst>
                <a:ext uri="{FF2B5EF4-FFF2-40B4-BE49-F238E27FC236}">
                  <a16:creationId xmlns:a16="http://schemas.microsoft.com/office/drawing/2014/main" id="{6B40EFC9-3A0A-DFCA-4693-DFF84967AB14}"/>
                </a:ext>
              </a:extLst>
            </p:cNvPr>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4">
              <a:extLst>
                <a:ext uri="{FF2B5EF4-FFF2-40B4-BE49-F238E27FC236}">
                  <a16:creationId xmlns:a16="http://schemas.microsoft.com/office/drawing/2014/main" id="{BDDFEBD6-CE0D-29EC-7489-3E0862B7D879}"/>
                </a:ext>
              </a:extLst>
            </p:cNvPr>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4">
              <a:extLst>
                <a:ext uri="{FF2B5EF4-FFF2-40B4-BE49-F238E27FC236}">
                  <a16:creationId xmlns:a16="http://schemas.microsoft.com/office/drawing/2014/main" id="{778FE2AD-8079-7A9E-2A39-E4CB02A38124}"/>
                </a:ext>
              </a:extLst>
            </p:cNvPr>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4">
              <a:extLst>
                <a:ext uri="{FF2B5EF4-FFF2-40B4-BE49-F238E27FC236}">
                  <a16:creationId xmlns:a16="http://schemas.microsoft.com/office/drawing/2014/main" id="{B714FAEA-28DF-A919-6BB9-D42D44C25A60}"/>
                </a:ext>
              </a:extLst>
            </p:cNvPr>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4">
              <a:extLst>
                <a:ext uri="{FF2B5EF4-FFF2-40B4-BE49-F238E27FC236}">
                  <a16:creationId xmlns:a16="http://schemas.microsoft.com/office/drawing/2014/main" id="{78EF3E62-BABA-68D7-A553-CAED2786044A}"/>
                </a:ext>
              </a:extLst>
            </p:cNvPr>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4">
              <a:extLst>
                <a:ext uri="{FF2B5EF4-FFF2-40B4-BE49-F238E27FC236}">
                  <a16:creationId xmlns:a16="http://schemas.microsoft.com/office/drawing/2014/main" id="{993157B5-79E7-5152-5CD7-696900915BA3}"/>
                </a:ext>
              </a:extLst>
            </p:cNvPr>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4">
              <a:extLst>
                <a:ext uri="{FF2B5EF4-FFF2-40B4-BE49-F238E27FC236}">
                  <a16:creationId xmlns:a16="http://schemas.microsoft.com/office/drawing/2014/main" id="{19D4C66E-07FC-4CBC-3346-2CDFC8E82EEE}"/>
                </a:ext>
              </a:extLst>
            </p:cNvPr>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4">
              <a:extLst>
                <a:ext uri="{FF2B5EF4-FFF2-40B4-BE49-F238E27FC236}">
                  <a16:creationId xmlns:a16="http://schemas.microsoft.com/office/drawing/2014/main" id="{FA6BAA35-5BE6-C481-0052-0B6440465FB7}"/>
                </a:ext>
              </a:extLst>
            </p:cNvPr>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4">
              <a:extLst>
                <a:ext uri="{FF2B5EF4-FFF2-40B4-BE49-F238E27FC236}">
                  <a16:creationId xmlns:a16="http://schemas.microsoft.com/office/drawing/2014/main" id="{179A44BC-8E07-F1A6-D1F1-963BBAA7E197}"/>
                </a:ext>
              </a:extLst>
            </p:cNvPr>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4">
              <a:extLst>
                <a:ext uri="{FF2B5EF4-FFF2-40B4-BE49-F238E27FC236}">
                  <a16:creationId xmlns:a16="http://schemas.microsoft.com/office/drawing/2014/main" id="{C5245CBD-44EC-FC2D-789A-EDC5FA26E392}"/>
                </a:ext>
              </a:extLst>
            </p:cNvPr>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a:extLst>
                <a:ext uri="{FF2B5EF4-FFF2-40B4-BE49-F238E27FC236}">
                  <a16:creationId xmlns:a16="http://schemas.microsoft.com/office/drawing/2014/main" id="{508DBA09-280B-53D9-E281-58FC715C89A6}"/>
                </a:ext>
              </a:extLst>
            </p:cNvPr>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4">
              <a:extLst>
                <a:ext uri="{FF2B5EF4-FFF2-40B4-BE49-F238E27FC236}">
                  <a16:creationId xmlns:a16="http://schemas.microsoft.com/office/drawing/2014/main" id="{C4F2E9D0-3628-6747-316D-B6CCCCA25042}"/>
                </a:ext>
              </a:extLst>
            </p:cNvPr>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4">
              <a:extLst>
                <a:ext uri="{FF2B5EF4-FFF2-40B4-BE49-F238E27FC236}">
                  <a16:creationId xmlns:a16="http://schemas.microsoft.com/office/drawing/2014/main" id="{169791BD-C1FD-438B-EF1F-51CAB40CD641}"/>
                </a:ext>
              </a:extLst>
            </p:cNvPr>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a:extLst>
                <a:ext uri="{FF2B5EF4-FFF2-40B4-BE49-F238E27FC236}">
                  <a16:creationId xmlns:a16="http://schemas.microsoft.com/office/drawing/2014/main" id="{250D7169-1E53-1C41-0C99-D80DDF0C20CC}"/>
                </a:ext>
              </a:extLst>
            </p:cNvPr>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a:extLst>
                <a:ext uri="{FF2B5EF4-FFF2-40B4-BE49-F238E27FC236}">
                  <a16:creationId xmlns:a16="http://schemas.microsoft.com/office/drawing/2014/main" id="{8B45BAC8-3810-CC45-A257-08AF137A7637}"/>
                </a:ext>
              </a:extLst>
            </p:cNvPr>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4">
              <a:extLst>
                <a:ext uri="{FF2B5EF4-FFF2-40B4-BE49-F238E27FC236}">
                  <a16:creationId xmlns:a16="http://schemas.microsoft.com/office/drawing/2014/main" id="{5B52B5FC-C18F-5440-C6C6-2803E308C335}"/>
                </a:ext>
              </a:extLst>
            </p:cNvPr>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a:extLst>
                <a:ext uri="{FF2B5EF4-FFF2-40B4-BE49-F238E27FC236}">
                  <a16:creationId xmlns:a16="http://schemas.microsoft.com/office/drawing/2014/main" id="{A8C2F0B4-45E4-3034-264F-71C60480CE66}"/>
                </a:ext>
              </a:extLst>
            </p:cNvPr>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a:extLst>
                <a:ext uri="{FF2B5EF4-FFF2-40B4-BE49-F238E27FC236}">
                  <a16:creationId xmlns:a16="http://schemas.microsoft.com/office/drawing/2014/main" id="{0E902557-D190-1AAC-84D9-4AE101AC0E4A}"/>
                </a:ext>
              </a:extLst>
            </p:cNvPr>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a:extLst>
                <a:ext uri="{FF2B5EF4-FFF2-40B4-BE49-F238E27FC236}">
                  <a16:creationId xmlns:a16="http://schemas.microsoft.com/office/drawing/2014/main" id="{85FE8FD1-F7D0-2D50-345A-2A06A7C5C6B9}"/>
                </a:ext>
              </a:extLst>
            </p:cNvPr>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4">
              <a:extLst>
                <a:ext uri="{FF2B5EF4-FFF2-40B4-BE49-F238E27FC236}">
                  <a16:creationId xmlns:a16="http://schemas.microsoft.com/office/drawing/2014/main" id="{17FC3D0C-86CF-E645-A6A8-28CF4772E893}"/>
                </a:ext>
              </a:extLst>
            </p:cNvPr>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4">
              <a:extLst>
                <a:ext uri="{FF2B5EF4-FFF2-40B4-BE49-F238E27FC236}">
                  <a16:creationId xmlns:a16="http://schemas.microsoft.com/office/drawing/2014/main" id="{678FA15E-6516-5A38-EDA6-D313E0F4E757}"/>
                </a:ext>
              </a:extLst>
            </p:cNvPr>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a:extLst>
                <a:ext uri="{FF2B5EF4-FFF2-40B4-BE49-F238E27FC236}">
                  <a16:creationId xmlns:a16="http://schemas.microsoft.com/office/drawing/2014/main" id="{FE015232-0960-08A4-C62A-C6C2C34611A6}"/>
                </a:ext>
              </a:extLst>
            </p:cNvPr>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4">
              <a:extLst>
                <a:ext uri="{FF2B5EF4-FFF2-40B4-BE49-F238E27FC236}">
                  <a16:creationId xmlns:a16="http://schemas.microsoft.com/office/drawing/2014/main" id="{D5F470AD-B41B-7302-640F-47591B262475}"/>
                </a:ext>
              </a:extLst>
            </p:cNvPr>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a:extLst>
                <a:ext uri="{FF2B5EF4-FFF2-40B4-BE49-F238E27FC236}">
                  <a16:creationId xmlns:a16="http://schemas.microsoft.com/office/drawing/2014/main" id="{1B95DBC9-2FF7-2532-FBA1-E64A1EC11475}"/>
                </a:ext>
              </a:extLst>
            </p:cNvPr>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4">
              <a:extLst>
                <a:ext uri="{FF2B5EF4-FFF2-40B4-BE49-F238E27FC236}">
                  <a16:creationId xmlns:a16="http://schemas.microsoft.com/office/drawing/2014/main" id="{FCE1DB99-73AB-6B58-7C75-5E529B0289C0}"/>
                </a:ext>
              </a:extLst>
            </p:cNvPr>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4">
              <a:extLst>
                <a:ext uri="{FF2B5EF4-FFF2-40B4-BE49-F238E27FC236}">
                  <a16:creationId xmlns:a16="http://schemas.microsoft.com/office/drawing/2014/main" id="{1ABE5E6D-BC62-4CAC-9895-9B1D6A8489DD}"/>
                </a:ext>
              </a:extLst>
            </p:cNvPr>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a:extLst>
                <a:ext uri="{FF2B5EF4-FFF2-40B4-BE49-F238E27FC236}">
                  <a16:creationId xmlns:a16="http://schemas.microsoft.com/office/drawing/2014/main" id="{903F4C38-BA87-6B3A-0187-9A4030003C0B}"/>
                </a:ext>
              </a:extLst>
            </p:cNvPr>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a:extLst>
                <a:ext uri="{FF2B5EF4-FFF2-40B4-BE49-F238E27FC236}">
                  <a16:creationId xmlns:a16="http://schemas.microsoft.com/office/drawing/2014/main" id="{DB34156E-F101-4B72-B7FD-2ED9F9D38D34}"/>
                </a:ext>
              </a:extLst>
            </p:cNvPr>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a:extLst>
                <a:ext uri="{FF2B5EF4-FFF2-40B4-BE49-F238E27FC236}">
                  <a16:creationId xmlns:a16="http://schemas.microsoft.com/office/drawing/2014/main" id="{059CDFC2-CBE8-DE18-4131-5C01F7270EDD}"/>
                </a:ext>
              </a:extLst>
            </p:cNvPr>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a:extLst>
                <a:ext uri="{FF2B5EF4-FFF2-40B4-BE49-F238E27FC236}">
                  <a16:creationId xmlns:a16="http://schemas.microsoft.com/office/drawing/2014/main" id="{C2B15E0D-6586-67AC-2330-68F4BD83BEEB}"/>
                </a:ext>
              </a:extLst>
            </p:cNvPr>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a:extLst>
                <a:ext uri="{FF2B5EF4-FFF2-40B4-BE49-F238E27FC236}">
                  <a16:creationId xmlns:a16="http://schemas.microsoft.com/office/drawing/2014/main" id="{42C291A8-D89F-298C-4D5B-87C38D8EF6F0}"/>
                </a:ext>
              </a:extLst>
            </p:cNvPr>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a:extLst>
                <a:ext uri="{FF2B5EF4-FFF2-40B4-BE49-F238E27FC236}">
                  <a16:creationId xmlns:a16="http://schemas.microsoft.com/office/drawing/2014/main" id="{E1B4151C-1D17-6B42-DB91-79C9F6041E91}"/>
                </a:ext>
              </a:extLst>
            </p:cNvPr>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a:extLst>
                <a:ext uri="{FF2B5EF4-FFF2-40B4-BE49-F238E27FC236}">
                  <a16:creationId xmlns:a16="http://schemas.microsoft.com/office/drawing/2014/main" id="{DA8A4B66-922D-B23A-AE11-A1510D082A26}"/>
                </a:ext>
              </a:extLst>
            </p:cNvPr>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4">
              <a:extLst>
                <a:ext uri="{FF2B5EF4-FFF2-40B4-BE49-F238E27FC236}">
                  <a16:creationId xmlns:a16="http://schemas.microsoft.com/office/drawing/2014/main" id="{D1746F4D-4B1D-2987-2269-37E27E54BC8C}"/>
                </a:ext>
              </a:extLst>
            </p:cNvPr>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4">
              <a:extLst>
                <a:ext uri="{FF2B5EF4-FFF2-40B4-BE49-F238E27FC236}">
                  <a16:creationId xmlns:a16="http://schemas.microsoft.com/office/drawing/2014/main" id="{EB480284-78A5-480F-77E3-22C1DEF64271}"/>
                </a:ext>
              </a:extLst>
            </p:cNvPr>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a:extLst>
                <a:ext uri="{FF2B5EF4-FFF2-40B4-BE49-F238E27FC236}">
                  <a16:creationId xmlns:a16="http://schemas.microsoft.com/office/drawing/2014/main" id="{8C00DA89-FEC3-D7F9-7D90-B84BDEC6123F}"/>
                </a:ext>
              </a:extLst>
            </p:cNvPr>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a:extLst>
                <a:ext uri="{FF2B5EF4-FFF2-40B4-BE49-F238E27FC236}">
                  <a16:creationId xmlns:a16="http://schemas.microsoft.com/office/drawing/2014/main" id="{E301135D-433E-613E-3ED6-A892F4A0421F}"/>
                </a:ext>
              </a:extLst>
            </p:cNvPr>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4">
              <a:extLst>
                <a:ext uri="{FF2B5EF4-FFF2-40B4-BE49-F238E27FC236}">
                  <a16:creationId xmlns:a16="http://schemas.microsoft.com/office/drawing/2014/main" id="{EED05899-6E8E-A8B3-4048-44FDA99B5318}"/>
                </a:ext>
              </a:extLst>
            </p:cNvPr>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4">
              <a:extLst>
                <a:ext uri="{FF2B5EF4-FFF2-40B4-BE49-F238E27FC236}">
                  <a16:creationId xmlns:a16="http://schemas.microsoft.com/office/drawing/2014/main" id="{03F8CB0F-FE74-AAE6-6045-66DFA594D414}"/>
                </a:ext>
              </a:extLst>
            </p:cNvPr>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a:extLst>
                <a:ext uri="{FF2B5EF4-FFF2-40B4-BE49-F238E27FC236}">
                  <a16:creationId xmlns:a16="http://schemas.microsoft.com/office/drawing/2014/main" id="{4502678F-8CD6-8626-AA96-C48098FB58E1}"/>
                </a:ext>
              </a:extLst>
            </p:cNvPr>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a:extLst>
                <a:ext uri="{FF2B5EF4-FFF2-40B4-BE49-F238E27FC236}">
                  <a16:creationId xmlns:a16="http://schemas.microsoft.com/office/drawing/2014/main" id="{BB9A83FE-C944-E739-ECAA-B8B00CB2487B}"/>
                </a:ext>
              </a:extLst>
            </p:cNvPr>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4">
              <a:extLst>
                <a:ext uri="{FF2B5EF4-FFF2-40B4-BE49-F238E27FC236}">
                  <a16:creationId xmlns:a16="http://schemas.microsoft.com/office/drawing/2014/main" id="{43B89809-5E9C-6702-FFAC-D1C36822C2BD}"/>
                </a:ext>
              </a:extLst>
            </p:cNvPr>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4">
              <a:extLst>
                <a:ext uri="{FF2B5EF4-FFF2-40B4-BE49-F238E27FC236}">
                  <a16:creationId xmlns:a16="http://schemas.microsoft.com/office/drawing/2014/main" id="{F7C0D3CA-63D4-5EC1-488C-7FB2333DAD23}"/>
                </a:ext>
              </a:extLst>
            </p:cNvPr>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4">
              <a:extLst>
                <a:ext uri="{FF2B5EF4-FFF2-40B4-BE49-F238E27FC236}">
                  <a16:creationId xmlns:a16="http://schemas.microsoft.com/office/drawing/2014/main" id="{A790610F-F5D9-7BDF-9EC1-19633EB5E64A}"/>
                </a:ext>
              </a:extLst>
            </p:cNvPr>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4">
              <a:extLst>
                <a:ext uri="{FF2B5EF4-FFF2-40B4-BE49-F238E27FC236}">
                  <a16:creationId xmlns:a16="http://schemas.microsoft.com/office/drawing/2014/main" id="{9C19A630-4AA5-BDE8-C7B8-7998F6467D0A}"/>
                </a:ext>
              </a:extLst>
            </p:cNvPr>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a:extLst>
                <a:ext uri="{FF2B5EF4-FFF2-40B4-BE49-F238E27FC236}">
                  <a16:creationId xmlns:a16="http://schemas.microsoft.com/office/drawing/2014/main" id="{DC79B10C-820F-FC0D-6FB8-EEFC4C8EC7A2}"/>
                </a:ext>
              </a:extLst>
            </p:cNvPr>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4">
              <a:extLst>
                <a:ext uri="{FF2B5EF4-FFF2-40B4-BE49-F238E27FC236}">
                  <a16:creationId xmlns:a16="http://schemas.microsoft.com/office/drawing/2014/main" id="{CCA072BE-1408-7308-2636-2AADB9FEE657}"/>
                </a:ext>
              </a:extLst>
            </p:cNvPr>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a:extLst>
                <a:ext uri="{FF2B5EF4-FFF2-40B4-BE49-F238E27FC236}">
                  <a16:creationId xmlns:a16="http://schemas.microsoft.com/office/drawing/2014/main" id="{8E0CE6C0-35A7-A520-43E6-B9BC50C986EE}"/>
                </a:ext>
              </a:extLst>
            </p:cNvPr>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a:extLst>
                <a:ext uri="{FF2B5EF4-FFF2-40B4-BE49-F238E27FC236}">
                  <a16:creationId xmlns:a16="http://schemas.microsoft.com/office/drawing/2014/main" id="{E8F4AE45-36F2-19EB-F665-B2ECB8E11047}"/>
                </a:ext>
              </a:extLst>
            </p:cNvPr>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a:extLst>
                <a:ext uri="{FF2B5EF4-FFF2-40B4-BE49-F238E27FC236}">
                  <a16:creationId xmlns:a16="http://schemas.microsoft.com/office/drawing/2014/main" id="{1DF9AE58-A430-73EE-D0AE-F81551B412A5}"/>
                </a:ext>
              </a:extLst>
            </p:cNvPr>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a:extLst>
                <a:ext uri="{FF2B5EF4-FFF2-40B4-BE49-F238E27FC236}">
                  <a16:creationId xmlns:a16="http://schemas.microsoft.com/office/drawing/2014/main" id="{F296DEC2-6022-3228-C94E-D9477A946765}"/>
                </a:ext>
              </a:extLst>
            </p:cNvPr>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a:extLst>
                <a:ext uri="{FF2B5EF4-FFF2-40B4-BE49-F238E27FC236}">
                  <a16:creationId xmlns:a16="http://schemas.microsoft.com/office/drawing/2014/main" id="{6C98C9E0-C938-927D-3D31-403D0E487DFF}"/>
                </a:ext>
              </a:extLst>
            </p:cNvPr>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a:extLst>
                <a:ext uri="{FF2B5EF4-FFF2-40B4-BE49-F238E27FC236}">
                  <a16:creationId xmlns:a16="http://schemas.microsoft.com/office/drawing/2014/main" id="{F88F902A-16D0-567F-EB70-C712E46E41E7}"/>
                </a:ext>
              </a:extLst>
            </p:cNvPr>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a:extLst>
                <a:ext uri="{FF2B5EF4-FFF2-40B4-BE49-F238E27FC236}">
                  <a16:creationId xmlns:a16="http://schemas.microsoft.com/office/drawing/2014/main" id="{701B5C2C-4BFF-7E03-AA0E-625C0F26DFFC}"/>
                </a:ext>
              </a:extLst>
            </p:cNvPr>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a:extLst>
                <a:ext uri="{FF2B5EF4-FFF2-40B4-BE49-F238E27FC236}">
                  <a16:creationId xmlns:a16="http://schemas.microsoft.com/office/drawing/2014/main" id="{571E8DE7-3911-4EB9-B173-58338640FC0C}"/>
                </a:ext>
              </a:extLst>
            </p:cNvPr>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a:extLst>
                <a:ext uri="{FF2B5EF4-FFF2-40B4-BE49-F238E27FC236}">
                  <a16:creationId xmlns:a16="http://schemas.microsoft.com/office/drawing/2014/main" id="{394F47D3-466E-8E7D-78BC-061B4FDF7C12}"/>
                </a:ext>
              </a:extLst>
            </p:cNvPr>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a:extLst>
                <a:ext uri="{FF2B5EF4-FFF2-40B4-BE49-F238E27FC236}">
                  <a16:creationId xmlns:a16="http://schemas.microsoft.com/office/drawing/2014/main" id="{F9089E11-B320-D1B7-0717-EF97F7E9EEA5}"/>
                </a:ext>
              </a:extLst>
            </p:cNvPr>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a:extLst>
                <a:ext uri="{FF2B5EF4-FFF2-40B4-BE49-F238E27FC236}">
                  <a16:creationId xmlns:a16="http://schemas.microsoft.com/office/drawing/2014/main" id="{72677837-6C10-5642-2D1B-7AD4A2375B20}"/>
                </a:ext>
              </a:extLst>
            </p:cNvPr>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a:extLst>
                <a:ext uri="{FF2B5EF4-FFF2-40B4-BE49-F238E27FC236}">
                  <a16:creationId xmlns:a16="http://schemas.microsoft.com/office/drawing/2014/main" id="{CE9D5356-D803-F8A3-24DD-61DFE79735B4}"/>
                </a:ext>
              </a:extLst>
            </p:cNvPr>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a:extLst>
                <a:ext uri="{FF2B5EF4-FFF2-40B4-BE49-F238E27FC236}">
                  <a16:creationId xmlns:a16="http://schemas.microsoft.com/office/drawing/2014/main" id="{98F56414-B418-9AE7-DD55-AED492150569}"/>
                </a:ext>
              </a:extLst>
            </p:cNvPr>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a:extLst>
                <a:ext uri="{FF2B5EF4-FFF2-40B4-BE49-F238E27FC236}">
                  <a16:creationId xmlns:a16="http://schemas.microsoft.com/office/drawing/2014/main" id="{AE7F56A5-82C0-4158-9C82-EBC130E4E564}"/>
                </a:ext>
              </a:extLst>
            </p:cNvPr>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a:extLst>
                <a:ext uri="{FF2B5EF4-FFF2-40B4-BE49-F238E27FC236}">
                  <a16:creationId xmlns:a16="http://schemas.microsoft.com/office/drawing/2014/main" id="{E3ADC06F-5BFA-24DA-20ED-FD4F4DCE88D3}"/>
                </a:ext>
              </a:extLst>
            </p:cNvPr>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a:extLst>
                <a:ext uri="{FF2B5EF4-FFF2-40B4-BE49-F238E27FC236}">
                  <a16:creationId xmlns:a16="http://schemas.microsoft.com/office/drawing/2014/main" id="{82271D10-0697-2074-2AF6-4B90C87C21FC}"/>
                </a:ext>
              </a:extLst>
            </p:cNvPr>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a:extLst>
                <a:ext uri="{FF2B5EF4-FFF2-40B4-BE49-F238E27FC236}">
                  <a16:creationId xmlns:a16="http://schemas.microsoft.com/office/drawing/2014/main" id="{6460FB21-3645-8402-87D4-B9DE8698EC7C}"/>
                </a:ext>
              </a:extLst>
            </p:cNvPr>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a:extLst>
                <a:ext uri="{FF2B5EF4-FFF2-40B4-BE49-F238E27FC236}">
                  <a16:creationId xmlns:a16="http://schemas.microsoft.com/office/drawing/2014/main" id="{FC3F0E43-174C-E5F3-7DBD-CC4F38088C68}"/>
                </a:ext>
              </a:extLst>
            </p:cNvPr>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a:extLst>
                <a:ext uri="{FF2B5EF4-FFF2-40B4-BE49-F238E27FC236}">
                  <a16:creationId xmlns:a16="http://schemas.microsoft.com/office/drawing/2014/main" id="{8D23206F-C5F5-A4FD-38FE-06F9A6C1ED65}"/>
                </a:ext>
              </a:extLst>
            </p:cNvPr>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a:extLst>
                <a:ext uri="{FF2B5EF4-FFF2-40B4-BE49-F238E27FC236}">
                  <a16:creationId xmlns:a16="http://schemas.microsoft.com/office/drawing/2014/main" id="{5C72B4F3-5C09-221D-DE96-984692EFDFDE}"/>
                </a:ext>
              </a:extLst>
            </p:cNvPr>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a:extLst>
                <a:ext uri="{FF2B5EF4-FFF2-40B4-BE49-F238E27FC236}">
                  <a16:creationId xmlns:a16="http://schemas.microsoft.com/office/drawing/2014/main" id="{F97F9663-8E60-58BB-276B-9700A9C59078}"/>
                </a:ext>
              </a:extLst>
            </p:cNvPr>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a:extLst>
                <a:ext uri="{FF2B5EF4-FFF2-40B4-BE49-F238E27FC236}">
                  <a16:creationId xmlns:a16="http://schemas.microsoft.com/office/drawing/2014/main" id="{E8F90320-E79F-081B-8264-DB31F228B548}"/>
                </a:ext>
              </a:extLst>
            </p:cNvPr>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a:extLst>
                <a:ext uri="{FF2B5EF4-FFF2-40B4-BE49-F238E27FC236}">
                  <a16:creationId xmlns:a16="http://schemas.microsoft.com/office/drawing/2014/main" id="{4105C39C-F673-B6B2-1934-5F55EDACCDC7}"/>
                </a:ext>
              </a:extLst>
            </p:cNvPr>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a:extLst>
                <a:ext uri="{FF2B5EF4-FFF2-40B4-BE49-F238E27FC236}">
                  <a16:creationId xmlns:a16="http://schemas.microsoft.com/office/drawing/2014/main" id="{68BAAE9E-4C9A-080B-2CE4-8C820AA61E6C}"/>
                </a:ext>
              </a:extLst>
            </p:cNvPr>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a:extLst>
                <a:ext uri="{FF2B5EF4-FFF2-40B4-BE49-F238E27FC236}">
                  <a16:creationId xmlns:a16="http://schemas.microsoft.com/office/drawing/2014/main" id="{5895854C-74F5-1A1D-D542-79758D7A669D}"/>
                </a:ext>
              </a:extLst>
            </p:cNvPr>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a:extLst>
                <a:ext uri="{FF2B5EF4-FFF2-40B4-BE49-F238E27FC236}">
                  <a16:creationId xmlns:a16="http://schemas.microsoft.com/office/drawing/2014/main" id="{ABF272E7-27D9-C726-3E35-F8272D1ABFD3}"/>
                </a:ext>
              </a:extLst>
            </p:cNvPr>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a:extLst>
                <a:ext uri="{FF2B5EF4-FFF2-40B4-BE49-F238E27FC236}">
                  <a16:creationId xmlns:a16="http://schemas.microsoft.com/office/drawing/2014/main" id="{A9319160-D946-3470-3148-3850935A8EDA}"/>
                </a:ext>
              </a:extLst>
            </p:cNvPr>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a:extLst>
                <a:ext uri="{FF2B5EF4-FFF2-40B4-BE49-F238E27FC236}">
                  <a16:creationId xmlns:a16="http://schemas.microsoft.com/office/drawing/2014/main" id="{34470C97-9976-DA51-4F46-9266D786A483}"/>
                </a:ext>
              </a:extLst>
            </p:cNvPr>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4">
              <a:extLst>
                <a:ext uri="{FF2B5EF4-FFF2-40B4-BE49-F238E27FC236}">
                  <a16:creationId xmlns:a16="http://schemas.microsoft.com/office/drawing/2014/main" id="{809BD31E-2516-5BE2-030B-1AF5CECB85ED}"/>
                </a:ext>
              </a:extLst>
            </p:cNvPr>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a:extLst>
                <a:ext uri="{FF2B5EF4-FFF2-40B4-BE49-F238E27FC236}">
                  <a16:creationId xmlns:a16="http://schemas.microsoft.com/office/drawing/2014/main" id="{6DCD9D52-C5C2-28F6-E43C-70ACA99B5A71}"/>
                </a:ext>
              </a:extLst>
            </p:cNvPr>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a:extLst>
                <a:ext uri="{FF2B5EF4-FFF2-40B4-BE49-F238E27FC236}">
                  <a16:creationId xmlns:a16="http://schemas.microsoft.com/office/drawing/2014/main" id="{CAF2796B-95A9-8030-3BD6-2B40B387D209}"/>
                </a:ext>
              </a:extLst>
            </p:cNvPr>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a:extLst>
                <a:ext uri="{FF2B5EF4-FFF2-40B4-BE49-F238E27FC236}">
                  <a16:creationId xmlns:a16="http://schemas.microsoft.com/office/drawing/2014/main" id="{2FE7E9AF-558C-18EC-EC3B-B1A27DA13313}"/>
                </a:ext>
              </a:extLst>
            </p:cNvPr>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a:extLst>
                <a:ext uri="{FF2B5EF4-FFF2-40B4-BE49-F238E27FC236}">
                  <a16:creationId xmlns:a16="http://schemas.microsoft.com/office/drawing/2014/main" id="{5ABF8915-3018-C806-816C-3EFA5911729A}"/>
                </a:ext>
              </a:extLst>
            </p:cNvPr>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a:extLst>
                <a:ext uri="{FF2B5EF4-FFF2-40B4-BE49-F238E27FC236}">
                  <a16:creationId xmlns:a16="http://schemas.microsoft.com/office/drawing/2014/main" id="{599765A8-355A-23B4-DEB2-662F5553374D}"/>
                </a:ext>
              </a:extLst>
            </p:cNvPr>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a:extLst>
                <a:ext uri="{FF2B5EF4-FFF2-40B4-BE49-F238E27FC236}">
                  <a16:creationId xmlns:a16="http://schemas.microsoft.com/office/drawing/2014/main" id="{B1E085CB-653A-9A3A-6828-C13D1FDE9920}"/>
                </a:ext>
              </a:extLst>
            </p:cNvPr>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4">
              <a:extLst>
                <a:ext uri="{FF2B5EF4-FFF2-40B4-BE49-F238E27FC236}">
                  <a16:creationId xmlns:a16="http://schemas.microsoft.com/office/drawing/2014/main" id="{F5C5E4DE-8C44-B3D1-FF21-5124C0FB2CA5}"/>
                </a:ext>
              </a:extLst>
            </p:cNvPr>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4">
              <a:extLst>
                <a:ext uri="{FF2B5EF4-FFF2-40B4-BE49-F238E27FC236}">
                  <a16:creationId xmlns:a16="http://schemas.microsoft.com/office/drawing/2014/main" id="{143DD847-9C6C-B2F1-536D-97633B427E2D}"/>
                </a:ext>
              </a:extLst>
            </p:cNvPr>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4">
              <a:extLst>
                <a:ext uri="{FF2B5EF4-FFF2-40B4-BE49-F238E27FC236}">
                  <a16:creationId xmlns:a16="http://schemas.microsoft.com/office/drawing/2014/main" id="{9054513C-0E75-ACA8-4A1D-FAC9550A2A30}"/>
                </a:ext>
              </a:extLst>
            </p:cNvPr>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4">
              <a:extLst>
                <a:ext uri="{FF2B5EF4-FFF2-40B4-BE49-F238E27FC236}">
                  <a16:creationId xmlns:a16="http://schemas.microsoft.com/office/drawing/2014/main" id="{29674D95-9FEE-E217-EDEE-2E4E86318102}"/>
                </a:ext>
              </a:extLst>
            </p:cNvPr>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4">
              <a:extLst>
                <a:ext uri="{FF2B5EF4-FFF2-40B4-BE49-F238E27FC236}">
                  <a16:creationId xmlns:a16="http://schemas.microsoft.com/office/drawing/2014/main" id="{E1FC41D5-CE8F-2FA1-54C2-F68E4DF37447}"/>
                </a:ext>
              </a:extLst>
            </p:cNvPr>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a:extLst>
                <a:ext uri="{FF2B5EF4-FFF2-40B4-BE49-F238E27FC236}">
                  <a16:creationId xmlns:a16="http://schemas.microsoft.com/office/drawing/2014/main" id="{4604F8B6-F3EC-2728-E54A-9E1821A637A8}"/>
                </a:ext>
              </a:extLst>
            </p:cNvPr>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a:extLst>
                <a:ext uri="{FF2B5EF4-FFF2-40B4-BE49-F238E27FC236}">
                  <a16:creationId xmlns:a16="http://schemas.microsoft.com/office/drawing/2014/main" id="{D110FE1E-C129-29AD-5F09-49C37C770309}"/>
                </a:ext>
              </a:extLst>
            </p:cNvPr>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a:extLst>
                <a:ext uri="{FF2B5EF4-FFF2-40B4-BE49-F238E27FC236}">
                  <a16:creationId xmlns:a16="http://schemas.microsoft.com/office/drawing/2014/main" id="{4F25F68D-960E-10A0-A16C-6AABC4861401}"/>
                </a:ext>
              </a:extLst>
            </p:cNvPr>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a:extLst>
                <a:ext uri="{FF2B5EF4-FFF2-40B4-BE49-F238E27FC236}">
                  <a16:creationId xmlns:a16="http://schemas.microsoft.com/office/drawing/2014/main" id="{F2EE6ADB-C40E-3DD3-4600-E69F49383B3B}"/>
                </a:ext>
              </a:extLst>
            </p:cNvPr>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a:extLst>
                <a:ext uri="{FF2B5EF4-FFF2-40B4-BE49-F238E27FC236}">
                  <a16:creationId xmlns:a16="http://schemas.microsoft.com/office/drawing/2014/main" id="{BB8F59B6-6C4A-4BEC-9745-F4D8B99812E9}"/>
                </a:ext>
              </a:extLst>
            </p:cNvPr>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a:extLst>
                <a:ext uri="{FF2B5EF4-FFF2-40B4-BE49-F238E27FC236}">
                  <a16:creationId xmlns:a16="http://schemas.microsoft.com/office/drawing/2014/main" id="{0EDFD00E-1140-D948-0CB5-22207060BA53}"/>
                </a:ext>
              </a:extLst>
            </p:cNvPr>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a:extLst>
                <a:ext uri="{FF2B5EF4-FFF2-40B4-BE49-F238E27FC236}">
                  <a16:creationId xmlns:a16="http://schemas.microsoft.com/office/drawing/2014/main" id="{2184B601-74AD-ECD4-8A5C-B1180B15F3C6}"/>
                </a:ext>
              </a:extLst>
            </p:cNvPr>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a:extLst>
                <a:ext uri="{FF2B5EF4-FFF2-40B4-BE49-F238E27FC236}">
                  <a16:creationId xmlns:a16="http://schemas.microsoft.com/office/drawing/2014/main" id="{C4B329FD-424A-A8DA-D471-0497E497054B}"/>
                </a:ext>
              </a:extLst>
            </p:cNvPr>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a:extLst>
                <a:ext uri="{FF2B5EF4-FFF2-40B4-BE49-F238E27FC236}">
                  <a16:creationId xmlns:a16="http://schemas.microsoft.com/office/drawing/2014/main" id="{74A061FB-F449-4C97-7F23-EF33C96615B9}"/>
                </a:ext>
              </a:extLst>
            </p:cNvPr>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a:extLst>
                <a:ext uri="{FF2B5EF4-FFF2-40B4-BE49-F238E27FC236}">
                  <a16:creationId xmlns:a16="http://schemas.microsoft.com/office/drawing/2014/main" id="{25724EFB-C908-B96A-FB0C-48301AF91846}"/>
                </a:ext>
              </a:extLst>
            </p:cNvPr>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a:extLst>
                <a:ext uri="{FF2B5EF4-FFF2-40B4-BE49-F238E27FC236}">
                  <a16:creationId xmlns:a16="http://schemas.microsoft.com/office/drawing/2014/main" id="{B82AF3D6-ED31-B7B0-F339-E8A25EFF1A96}"/>
                </a:ext>
              </a:extLst>
            </p:cNvPr>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a:extLst>
                <a:ext uri="{FF2B5EF4-FFF2-40B4-BE49-F238E27FC236}">
                  <a16:creationId xmlns:a16="http://schemas.microsoft.com/office/drawing/2014/main" id="{62E00304-853B-02AE-7AD9-0445D58822BD}"/>
                </a:ext>
              </a:extLst>
            </p:cNvPr>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a:extLst>
                <a:ext uri="{FF2B5EF4-FFF2-40B4-BE49-F238E27FC236}">
                  <a16:creationId xmlns:a16="http://schemas.microsoft.com/office/drawing/2014/main" id="{3E163C77-0C5F-C17D-26CE-16EF5B34CC4B}"/>
                </a:ext>
              </a:extLst>
            </p:cNvPr>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a:extLst>
                <a:ext uri="{FF2B5EF4-FFF2-40B4-BE49-F238E27FC236}">
                  <a16:creationId xmlns:a16="http://schemas.microsoft.com/office/drawing/2014/main" id="{48FBCE7C-A3DB-5E41-2475-4FBE1C8D6D62}"/>
                </a:ext>
              </a:extLst>
            </p:cNvPr>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a:extLst>
                <a:ext uri="{FF2B5EF4-FFF2-40B4-BE49-F238E27FC236}">
                  <a16:creationId xmlns:a16="http://schemas.microsoft.com/office/drawing/2014/main" id="{50B40DF3-4D36-D9BA-D1D7-6C0652AD3E8B}"/>
                </a:ext>
              </a:extLst>
            </p:cNvPr>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a:extLst>
                <a:ext uri="{FF2B5EF4-FFF2-40B4-BE49-F238E27FC236}">
                  <a16:creationId xmlns:a16="http://schemas.microsoft.com/office/drawing/2014/main" id="{3E5950E3-4BBC-B683-5AC4-DB75BF15056C}"/>
                </a:ext>
              </a:extLst>
            </p:cNvPr>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a:extLst>
                <a:ext uri="{FF2B5EF4-FFF2-40B4-BE49-F238E27FC236}">
                  <a16:creationId xmlns:a16="http://schemas.microsoft.com/office/drawing/2014/main" id="{EEB2BB7D-CCC4-A033-3B5B-F34D881413CB}"/>
                </a:ext>
              </a:extLst>
            </p:cNvPr>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a:extLst>
                <a:ext uri="{FF2B5EF4-FFF2-40B4-BE49-F238E27FC236}">
                  <a16:creationId xmlns:a16="http://schemas.microsoft.com/office/drawing/2014/main" id="{78C9E1E6-C6EE-A937-EEBE-74C177034270}"/>
                </a:ext>
              </a:extLst>
            </p:cNvPr>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a:extLst>
                <a:ext uri="{FF2B5EF4-FFF2-40B4-BE49-F238E27FC236}">
                  <a16:creationId xmlns:a16="http://schemas.microsoft.com/office/drawing/2014/main" id="{99029169-74AA-F1B5-E530-5734337EEE1F}"/>
                </a:ext>
              </a:extLst>
            </p:cNvPr>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a:extLst>
                <a:ext uri="{FF2B5EF4-FFF2-40B4-BE49-F238E27FC236}">
                  <a16:creationId xmlns:a16="http://schemas.microsoft.com/office/drawing/2014/main" id="{A0AC3DF5-B5A8-DD29-CDAD-97146B7981E8}"/>
                </a:ext>
              </a:extLst>
            </p:cNvPr>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a:extLst>
                <a:ext uri="{FF2B5EF4-FFF2-40B4-BE49-F238E27FC236}">
                  <a16:creationId xmlns:a16="http://schemas.microsoft.com/office/drawing/2014/main" id="{95FD7212-7802-FB6D-0B69-EF82581C7D6A}"/>
                </a:ext>
              </a:extLst>
            </p:cNvPr>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a:extLst>
                <a:ext uri="{FF2B5EF4-FFF2-40B4-BE49-F238E27FC236}">
                  <a16:creationId xmlns:a16="http://schemas.microsoft.com/office/drawing/2014/main" id="{9CD19ABB-181F-5DA6-ADB9-2E0FBCDBAE85}"/>
                </a:ext>
              </a:extLst>
            </p:cNvPr>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a:extLst>
                <a:ext uri="{FF2B5EF4-FFF2-40B4-BE49-F238E27FC236}">
                  <a16:creationId xmlns:a16="http://schemas.microsoft.com/office/drawing/2014/main" id="{3CD3216D-95EE-867A-FECD-B47FC0476356}"/>
                </a:ext>
              </a:extLst>
            </p:cNvPr>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a:extLst>
                <a:ext uri="{FF2B5EF4-FFF2-40B4-BE49-F238E27FC236}">
                  <a16:creationId xmlns:a16="http://schemas.microsoft.com/office/drawing/2014/main" id="{09E6E353-5E5F-0286-CEB1-0A3A3087D797}"/>
                </a:ext>
              </a:extLst>
            </p:cNvPr>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a:extLst>
                <a:ext uri="{FF2B5EF4-FFF2-40B4-BE49-F238E27FC236}">
                  <a16:creationId xmlns:a16="http://schemas.microsoft.com/office/drawing/2014/main" id="{10DD5D7C-DB8F-4875-7122-893521FC3A6A}"/>
                </a:ext>
              </a:extLst>
            </p:cNvPr>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a:extLst>
                <a:ext uri="{FF2B5EF4-FFF2-40B4-BE49-F238E27FC236}">
                  <a16:creationId xmlns:a16="http://schemas.microsoft.com/office/drawing/2014/main" id="{85658E82-653A-57CB-B7F5-2D5E6BD3A8C8}"/>
                </a:ext>
              </a:extLst>
            </p:cNvPr>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a:extLst>
                <a:ext uri="{FF2B5EF4-FFF2-40B4-BE49-F238E27FC236}">
                  <a16:creationId xmlns:a16="http://schemas.microsoft.com/office/drawing/2014/main" id="{076EF64E-C8F2-4997-4B8B-CA0A95CCC274}"/>
                </a:ext>
              </a:extLst>
            </p:cNvPr>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a:extLst>
                <a:ext uri="{FF2B5EF4-FFF2-40B4-BE49-F238E27FC236}">
                  <a16:creationId xmlns:a16="http://schemas.microsoft.com/office/drawing/2014/main" id="{B96B72E6-2076-1E86-B5B4-91FD0702F9BC}"/>
                </a:ext>
              </a:extLst>
            </p:cNvPr>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a:extLst>
                <a:ext uri="{FF2B5EF4-FFF2-40B4-BE49-F238E27FC236}">
                  <a16:creationId xmlns:a16="http://schemas.microsoft.com/office/drawing/2014/main" id="{9CC29723-BD0F-02E8-3C62-24778737C569}"/>
                </a:ext>
              </a:extLst>
            </p:cNvPr>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a:extLst>
                <a:ext uri="{FF2B5EF4-FFF2-40B4-BE49-F238E27FC236}">
                  <a16:creationId xmlns:a16="http://schemas.microsoft.com/office/drawing/2014/main" id="{CA1130A8-8345-1D4A-89D2-E0E1F4A7287C}"/>
                </a:ext>
              </a:extLst>
            </p:cNvPr>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a:extLst>
                <a:ext uri="{FF2B5EF4-FFF2-40B4-BE49-F238E27FC236}">
                  <a16:creationId xmlns:a16="http://schemas.microsoft.com/office/drawing/2014/main" id="{0594EA6E-79EC-5937-0A1D-93FD0B1E8E74}"/>
                </a:ext>
              </a:extLst>
            </p:cNvPr>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a:extLst>
                <a:ext uri="{FF2B5EF4-FFF2-40B4-BE49-F238E27FC236}">
                  <a16:creationId xmlns:a16="http://schemas.microsoft.com/office/drawing/2014/main" id="{F68A0D7E-7705-C60C-90D7-A053EE82AD9B}"/>
                </a:ext>
              </a:extLst>
            </p:cNvPr>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4">
              <a:extLst>
                <a:ext uri="{FF2B5EF4-FFF2-40B4-BE49-F238E27FC236}">
                  <a16:creationId xmlns:a16="http://schemas.microsoft.com/office/drawing/2014/main" id="{8E6E3BA9-3CA3-0DE4-8A76-DD2DFE890561}"/>
                </a:ext>
              </a:extLst>
            </p:cNvPr>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a:extLst>
                <a:ext uri="{FF2B5EF4-FFF2-40B4-BE49-F238E27FC236}">
                  <a16:creationId xmlns:a16="http://schemas.microsoft.com/office/drawing/2014/main" id="{E21F4AC1-944E-ACC9-CDBB-2EDD400B5C17}"/>
                </a:ext>
              </a:extLst>
            </p:cNvPr>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a:extLst>
                <a:ext uri="{FF2B5EF4-FFF2-40B4-BE49-F238E27FC236}">
                  <a16:creationId xmlns:a16="http://schemas.microsoft.com/office/drawing/2014/main" id="{AAE18E50-D0AA-E1C9-E4BA-02D39534BD1B}"/>
                </a:ext>
              </a:extLst>
            </p:cNvPr>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a:extLst>
                <a:ext uri="{FF2B5EF4-FFF2-40B4-BE49-F238E27FC236}">
                  <a16:creationId xmlns:a16="http://schemas.microsoft.com/office/drawing/2014/main" id="{0F9181E1-0D86-AEB5-3DEE-B0A7AA03CAEE}"/>
                </a:ext>
              </a:extLst>
            </p:cNvPr>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a:extLst>
                <a:ext uri="{FF2B5EF4-FFF2-40B4-BE49-F238E27FC236}">
                  <a16:creationId xmlns:a16="http://schemas.microsoft.com/office/drawing/2014/main" id="{3A7FB98C-ED78-8ED4-FADD-783C26373A26}"/>
                </a:ext>
              </a:extLst>
            </p:cNvPr>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a:extLst>
                <a:ext uri="{FF2B5EF4-FFF2-40B4-BE49-F238E27FC236}">
                  <a16:creationId xmlns:a16="http://schemas.microsoft.com/office/drawing/2014/main" id="{0CFEC78C-8205-FDDA-8D25-5DA5D4274D33}"/>
                </a:ext>
              </a:extLst>
            </p:cNvPr>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a:extLst>
                <a:ext uri="{FF2B5EF4-FFF2-40B4-BE49-F238E27FC236}">
                  <a16:creationId xmlns:a16="http://schemas.microsoft.com/office/drawing/2014/main" id="{84C6DA05-F29F-A6AA-A424-DC149ED3039C}"/>
                </a:ext>
              </a:extLst>
            </p:cNvPr>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a:extLst>
                <a:ext uri="{FF2B5EF4-FFF2-40B4-BE49-F238E27FC236}">
                  <a16:creationId xmlns:a16="http://schemas.microsoft.com/office/drawing/2014/main" id="{1945F560-A0A0-2F85-22EB-53107B59BA68}"/>
                </a:ext>
              </a:extLst>
            </p:cNvPr>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a:extLst>
                <a:ext uri="{FF2B5EF4-FFF2-40B4-BE49-F238E27FC236}">
                  <a16:creationId xmlns:a16="http://schemas.microsoft.com/office/drawing/2014/main" id="{FDEEFEE9-0232-63D4-57E5-62876EF8D128}"/>
                </a:ext>
              </a:extLst>
            </p:cNvPr>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a:extLst>
                <a:ext uri="{FF2B5EF4-FFF2-40B4-BE49-F238E27FC236}">
                  <a16:creationId xmlns:a16="http://schemas.microsoft.com/office/drawing/2014/main" id="{5270BFD1-3EC5-3FE7-A25E-9E00E9F41665}"/>
                </a:ext>
              </a:extLst>
            </p:cNvPr>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a:extLst>
                <a:ext uri="{FF2B5EF4-FFF2-40B4-BE49-F238E27FC236}">
                  <a16:creationId xmlns:a16="http://schemas.microsoft.com/office/drawing/2014/main" id="{889D1682-400E-879E-6811-50186116161C}"/>
                </a:ext>
              </a:extLst>
            </p:cNvPr>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a:extLst>
                <a:ext uri="{FF2B5EF4-FFF2-40B4-BE49-F238E27FC236}">
                  <a16:creationId xmlns:a16="http://schemas.microsoft.com/office/drawing/2014/main" id="{8CD10ECC-E201-849A-07CD-0CA4D48DC536}"/>
                </a:ext>
              </a:extLst>
            </p:cNvPr>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a:extLst>
                <a:ext uri="{FF2B5EF4-FFF2-40B4-BE49-F238E27FC236}">
                  <a16:creationId xmlns:a16="http://schemas.microsoft.com/office/drawing/2014/main" id="{680C2A17-A6D8-C1CC-AA36-E50E5B2F2A01}"/>
                </a:ext>
              </a:extLst>
            </p:cNvPr>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a:extLst>
                <a:ext uri="{FF2B5EF4-FFF2-40B4-BE49-F238E27FC236}">
                  <a16:creationId xmlns:a16="http://schemas.microsoft.com/office/drawing/2014/main" id="{55F264B5-ABE3-44B0-698F-4A791B90F8A4}"/>
                </a:ext>
              </a:extLst>
            </p:cNvPr>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a:extLst>
                <a:ext uri="{FF2B5EF4-FFF2-40B4-BE49-F238E27FC236}">
                  <a16:creationId xmlns:a16="http://schemas.microsoft.com/office/drawing/2014/main" id="{CD128D1D-77D0-EEE4-EA25-5D6734DD7373}"/>
                </a:ext>
              </a:extLst>
            </p:cNvPr>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a:extLst>
                <a:ext uri="{FF2B5EF4-FFF2-40B4-BE49-F238E27FC236}">
                  <a16:creationId xmlns:a16="http://schemas.microsoft.com/office/drawing/2014/main" id="{4101A03C-D370-989F-55B6-C82339F1D9A1}"/>
                </a:ext>
              </a:extLst>
            </p:cNvPr>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4">
              <a:extLst>
                <a:ext uri="{FF2B5EF4-FFF2-40B4-BE49-F238E27FC236}">
                  <a16:creationId xmlns:a16="http://schemas.microsoft.com/office/drawing/2014/main" id="{E119C549-F3DF-DD96-710D-E72803BE6D70}"/>
                </a:ext>
              </a:extLst>
            </p:cNvPr>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a:extLst>
                <a:ext uri="{FF2B5EF4-FFF2-40B4-BE49-F238E27FC236}">
                  <a16:creationId xmlns:a16="http://schemas.microsoft.com/office/drawing/2014/main" id="{B966B5C4-8AF8-41B0-5AD3-E0B390912D6F}"/>
                </a:ext>
              </a:extLst>
            </p:cNvPr>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4">
              <a:extLst>
                <a:ext uri="{FF2B5EF4-FFF2-40B4-BE49-F238E27FC236}">
                  <a16:creationId xmlns:a16="http://schemas.microsoft.com/office/drawing/2014/main" id="{FB521F58-8BEE-A4E3-8AE0-0D6AE3D7B1B9}"/>
                </a:ext>
              </a:extLst>
            </p:cNvPr>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4">
              <a:extLst>
                <a:ext uri="{FF2B5EF4-FFF2-40B4-BE49-F238E27FC236}">
                  <a16:creationId xmlns:a16="http://schemas.microsoft.com/office/drawing/2014/main" id="{3853F0C2-3458-FBE0-F96E-A70A296EDE2B}"/>
                </a:ext>
              </a:extLst>
            </p:cNvPr>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4">
              <a:extLst>
                <a:ext uri="{FF2B5EF4-FFF2-40B4-BE49-F238E27FC236}">
                  <a16:creationId xmlns:a16="http://schemas.microsoft.com/office/drawing/2014/main" id="{AA6410AD-0C81-4396-3B37-EDF5D4A1CE4F}"/>
                </a:ext>
              </a:extLst>
            </p:cNvPr>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4">
              <a:extLst>
                <a:ext uri="{FF2B5EF4-FFF2-40B4-BE49-F238E27FC236}">
                  <a16:creationId xmlns:a16="http://schemas.microsoft.com/office/drawing/2014/main" id="{038406F9-AEFD-718E-CA5C-2CD9F8EA85B7}"/>
                </a:ext>
              </a:extLst>
            </p:cNvPr>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4">
              <a:extLst>
                <a:ext uri="{FF2B5EF4-FFF2-40B4-BE49-F238E27FC236}">
                  <a16:creationId xmlns:a16="http://schemas.microsoft.com/office/drawing/2014/main" id="{1D653BCD-F2B2-67E3-9072-C8F91318E5C0}"/>
                </a:ext>
              </a:extLst>
            </p:cNvPr>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4">
              <a:extLst>
                <a:ext uri="{FF2B5EF4-FFF2-40B4-BE49-F238E27FC236}">
                  <a16:creationId xmlns:a16="http://schemas.microsoft.com/office/drawing/2014/main" id="{36314C4C-42F0-7C87-F55B-2D513D547EBA}"/>
                </a:ext>
              </a:extLst>
            </p:cNvPr>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a:extLst>
                <a:ext uri="{FF2B5EF4-FFF2-40B4-BE49-F238E27FC236}">
                  <a16:creationId xmlns:a16="http://schemas.microsoft.com/office/drawing/2014/main" id="{33188A57-6F76-CA15-73FE-E67BDBF45258}"/>
                </a:ext>
              </a:extLst>
            </p:cNvPr>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4">
              <a:extLst>
                <a:ext uri="{FF2B5EF4-FFF2-40B4-BE49-F238E27FC236}">
                  <a16:creationId xmlns:a16="http://schemas.microsoft.com/office/drawing/2014/main" id="{EE1B8B62-80FC-20F8-0D87-182DA8A2E2D3}"/>
                </a:ext>
              </a:extLst>
            </p:cNvPr>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4">
              <a:extLst>
                <a:ext uri="{FF2B5EF4-FFF2-40B4-BE49-F238E27FC236}">
                  <a16:creationId xmlns:a16="http://schemas.microsoft.com/office/drawing/2014/main" id="{40300AB2-01E0-D1F9-3523-0AB7052F49F4}"/>
                </a:ext>
              </a:extLst>
            </p:cNvPr>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a:extLst>
                <a:ext uri="{FF2B5EF4-FFF2-40B4-BE49-F238E27FC236}">
                  <a16:creationId xmlns:a16="http://schemas.microsoft.com/office/drawing/2014/main" id="{45AD6301-CE19-8488-5063-237C87177595}"/>
                </a:ext>
              </a:extLst>
            </p:cNvPr>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4">
              <a:extLst>
                <a:ext uri="{FF2B5EF4-FFF2-40B4-BE49-F238E27FC236}">
                  <a16:creationId xmlns:a16="http://schemas.microsoft.com/office/drawing/2014/main" id="{28743127-1F4A-606F-B9CA-D6C31C43FF48}"/>
                </a:ext>
              </a:extLst>
            </p:cNvPr>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4">
              <a:extLst>
                <a:ext uri="{FF2B5EF4-FFF2-40B4-BE49-F238E27FC236}">
                  <a16:creationId xmlns:a16="http://schemas.microsoft.com/office/drawing/2014/main" id="{65607B7B-C101-C74A-B233-75483E5D6D1A}"/>
                </a:ext>
              </a:extLst>
            </p:cNvPr>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4">
              <a:extLst>
                <a:ext uri="{FF2B5EF4-FFF2-40B4-BE49-F238E27FC236}">
                  <a16:creationId xmlns:a16="http://schemas.microsoft.com/office/drawing/2014/main" id="{3A74CF5D-DA70-F57D-87BD-3DACA2E75ADC}"/>
                </a:ext>
              </a:extLst>
            </p:cNvPr>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4">
              <a:extLst>
                <a:ext uri="{FF2B5EF4-FFF2-40B4-BE49-F238E27FC236}">
                  <a16:creationId xmlns:a16="http://schemas.microsoft.com/office/drawing/2014/main" id="{D28490F6-90F6-A909-4CCB-13E545AD3E45}"/>
                </a:ext>
              </a:extLst>
            </p:cNvPr>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4">
              <a:extLst>
                <a:ext uri="{FF2B5EF4-FFF2-40B4-BE49-F238E27FC236}">
                  <a16:creationId xmlns:a16="http://schemas.microsoft.com/office/drawing/2014/main" id="{B322ADF0-270C-67B6-C96D-81075DBBC358}"/>
                </a:ext>
              </a:extLst>
            </p:cNvPr>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4">
              <a:extLst>
                <a:ext uri="{FF2B5EF4-FFF2-40B4-BE49-F238E27FC236}">
                  <a16:creationId xmlns:a16="http://schemas.microsoft.com/office/drawing/2014/main" id="{4F50E1AB-383F-541A-3653-7A03EBC92ED2}"/>
                </a:ext>
              </a:extLst>
            </p:cNvPr>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4">
              <a:extLst>
                <a:ext uri="{FF2B5EF4-FFF2-40B4-BE49-F238E27FC236}">
                  <a16:creationId xmlns:a16="http://schemas.microsoft.com/office/drawing/2014/main" id="{362B0841-0B1C-A240-1822-E4ECB62A97F0}"/>
                </a:ext>
              </a:extLst>
            </p:cNvPr>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a:extLst>
                <a:ext uri="{FF2B5EF4-FFF2-40B4-BE49-F238E27FC236}">
                  <a16:creationId xmlns:a16="http://schemas.microsoft.com/office/drawing/2014/main" id="{CACF41E0-E0D1-2E16-DB24-273E7FCCCB34}"/>
                </a:ext>
              </a:extLst>
            </p:cNvPr>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a:extLst>
                <a:ext uri="{FF2B5EF4-FFF2-40B4-BE49-F238E27FC236}">
                  <a16:creationId xmlns:a16="http://schemas.microsoft.com/office/drawing/2014/main" id="{90CB9BF2-FF70-0A7F-974B-D2B5F4079DEA}"/>
                </a:ext>
              </a:extLst>
            </p:cNvPr>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4">
              <a:extLst>
                <a:ext uri="{FF2B5EF4-FFF2-40B4-BE49-F238E27FC236}">
                  <a16:creationId xmlns:a16="http://schemas.microsoft.com/office/drawing/2014/main" id="{4AF530AC-C4B5-E764-F2AE-E454B373AFA3}"/>
                </a:ext>
              </a:extLst>
            </p:cNvPr>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4">
              <a:extLst>
                <a:ext uri="{FF2B5EF4-FFF2-40B4-BE49-F238E27FC236}">
                  <a16:creationId xmlns:a16="http://schemas.microsoft.com/office/drawing/2014/main" id="{AD023EC4-CA46-0ED2-EC3B-FA4AD255A61C}"/>
                </a:ext>
              </a:extLst>
            </p:cNvPr>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a:extLst>
                <a:ext uri="{FF2B5EF4-FFF2-40B4-BE49-F238E27FC236}">
                  <a16:creationId xmlns:a16="http://schemas.microsoft.com/office/drawing/2014/main" id="{499E2F60-2637-0B6F-74B8-189E5AF4AAE2}"/>
                </a:ext>
              </a:extLst>
            </p:cNvPr>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a:extLst>
                <a:ext uri="{FF2B5EF4-FFF2-40B4-BE49-F238E27FC236}">
                  <a16:creationId xmlns:a16="http://schemas.microsoft.com/office/drawing/2014/main" id="{D5CE7EE9-9364-E2EB-3AA1-5C2C2824F164}"/>
                </a:ext>
              </a:extLst>
            </p:cNvPr>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a:extLst>
                <a:ext uri="{FF2B5EF4-FFF2-40B4-BE49-F238E27FC236}">
                  <a16:creationId xmlns:a16="http://schemas.microsoft.com/office/drawing/2014/main" id="{748C50FB-2018-301F-BCED-94259858C2A4}"/>
                </a:ext>
              </a:extLst>
            </p:cNvPr>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a:extLst>
                <a:ext uri="{FF2B5EF4-FFF2-40B4-BE49-F238E27FC236}">
                  <a16:creationId xmlns:a16="http://schemas.microsoft.com/office/drawing/2014/main" id="{11F5B2EC-EB04-784D-2B84-A918BCD499F3}"/>
                </a:ext>
              </a:extLst>
            </p:cNvPr>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a:extLst>
                <a:ext uri="{FF2B5EF4-FFF2-40B4-BE49-F238E27FC236}">
                  <a16:creationId xmlns:a16="http://schemas.microsoft.com/office/drawing/2014/main" id="{FB56C67C-B938-573F-45B0-E23C8B588496}"/>
                </a:ext>
              </a:extLst>
            </p:cNvPr>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a:extLst>
                <a:ext uri="{FF2B5EF4-FFF2-40B4-BE49-F238E27FC236}">
                  <a16:creationId xmlns:a16="http://schemas.microsoft.com/office/drawing/2014/main" id="{156001B7-3895-D0A4-8D47-D9867BA13209}"/>
                </a:ext>
              </a:extLst>
            </p:cNvPr>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a:extLst>
                <a:ext uri="{FF2B5EF4-FFF2-40B4-BE49-F238E27FC236}">
                  <a16:creationId xmlns:a16="http://schemas.microsoft.com/office/drawing/2014/main" id="{6B36B0A4-D533-B0B2-3607-14A127786A74}"/>
                </a:ext>
              </a:extLst>
            </p:cNvPr>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a:extLst>
                <a:ext uri="{FF2B5EF4-FFF2-40B4-BE49-F238E27FC236}">
                  <a16:creationId xmlns:a16="http://schemas.microsoft.com/office/drawing/2014/main" id="{CB781875-11B2-CCE5-3144-08F7DC892DA0}"/>
                </a:ext>
              </a:extLst>
            </p:cNvPr>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a:extLst>
                <a:ext uri="{FF2B5EF4-FFF2-40B4-BE49-F238E27FC236}">
                  <a16:creationId xmlns:a16="http://schemas.microsoft.com/office/drawing/2014/main" id="{581521EF-86F8-18FB-4FDE-AE278C8713F6}"/>
                </a:ext>
              </a:extLst>
            </p:cNvPr>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4">
              <a:extLst>
                <a:ext uri="{FF2B5EF4-FFF2-40B4-BE49-F238E27FC236}">
                  <a16:creationId xmlns:a16="http://schemas.microsoft.com/office/drawing/2014/main" id="{29EF70FD-B8D0-F2AD-D593-F02515FFA2DF}"/>
                </a:ext>
              </a:extLst>
            </p:cNvPr>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4">
              <a:extLst>
                <a:ext uri="{FF2B5EF4-FFF2-40B4-BE49-F238E27FC236}">
                  <a16:creationId xmlns:a16="http://schemas.microsoft.com/office/drawing/2014/main" id="{A6A20884-E410-8745-C053-E0795BE53B64}"/>
                </a:ext>
              </a:extLst>
            </p:cNvPr>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a:extLst>
                <a:ext uri="{FF2B5EF4-FFF2-40B4-BE49-F238E27FC236}">
                  <a16:creationId xmlns:a16="http://schemas.microsoft.com/office/drawing/2014/main" id="{953D2550-9D92-50F3-4987-DCF333B665CC}"/>
                </a:ext>
              </a:extLst>
            </p:cNvPr>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a:extLst>
                <a:ext uri="{FF2B5EF4-FFF2-40B4-BE49-F238E27FC236}">
                  <a16:creationId xmlns:a16="http://schemas.microsoft.com/office/drawing/2014/main" id="{191B649D-3CE4-1C19-3E87-6EEBD17638A6}"/>
                </a:ext>
              </a:extLst>
            </p:cNvPr>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a:extLst>
                <a:ext uri="{FF2B5EF4-FFF2-40B4-BE49-F238E27FC236}">
                  <a16:creationId xmlns:a16="http://schemas.microsoft.com/office/drawing/2014/main" id="{2BE771D8-B616-3EEF-88CC-386626692143}"/>
                </a:ext>
              </a:extLst>
            </p:cNvPr>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a:extLst>
                <a:ext uri="{FF2B5EF4-FFF2-40B4-BE49-F238E27FC236}">
                  <a16:creationId xmlns:a16="http://schemas.microsoft.com/office/drawing/2014/main" id="{87402B28-E095-70C6-4FFE-20A6B588E4C8}"/>
                </a:ext>
              </a:extLst>
            </p:cNvPr>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a:extLst>
                <a:ext uri="{FF2B5EF4-FFF2-40B4-BE49-F238E27FC236}">
                  <a16:creationId xmlns:a16="http://schemas.microsoft.com/office/drawing/2014/main" id="{A014A330-5FE6-7DB7-E3B5-F2E4F1DE3F70}"/>
                </a:ext>
              </a:extLst>
            </p:cNvPr>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a:extLst>
                <a:ext uri="{FF2B5EF4-FFF2-40B4-BE49-F238E27FC236}">
                  <a16:creationId xmlns:a16="http://schemas.microsoft.com/office/drawing/2014/main" id="{10DC9609-24E0-6492-CAD6-AA3F4485B3E3}"/>
                </a:ext>
              </a:extLst>
            </p:cNvPr>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a:extLst>
                <a:ext uri="{FF2B5EF4-FFF2-40B4-BE49-F238E27FC236}">
                  <a16:creationId xmlns:a16="http://schemas.microsoft.com/office/drawing/2014/main" id="{22C276D4-0E9D-35A3-3355-A27CAAAC43EE}"/>
                </a:ext>
              </a:extLst>
            </p:cNvPr>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a:extLst>
                <a:ext uri="{FF2B5EF4-FFF2-40B4-BE49-F238E27FC236}">
                  <a16:creationId xmlns:a16="http://schemas.microsoft.com/office/drawing/2014/main" id="{ED0DB5EA-984B-B24E-4929-6E08CF75473A}"/>
                </a:ext>
              </a:extLst>
            </p:cNvPr>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a:extLst>
                <a:ext uri="{FF2B5EF4-FFF2-40B4-BE49-F238E27FC236}">
                  <a16:creationId xmlns:a16="http://schemas.microsoft.com/office/drawing/2014/main" id="{3158F511-C62C-D5DA-B003-71A7F4C05F9D}"/>
                </a:ext>
              </a:extLst>
            </p:cNvPr>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a:extLst>
                <a:ext uri="{FF2B5EF4-FFF2-40B4-BE49-F238E27FC236}">
                  <a16:creationId xmlns:a16="http://schemas.microsoft.com/office/drawing/2014/main" id="{763F261D-F4FE-FC1E-62DE-963F0BCF7443}"/>
                </a:ext>
              </a:extLst>
            </p:cNvPr>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a:extLst>
                <a:ext uri="{FF2B5EF4-FFF2-40B4-BE49-F238E27FC236}">
                  <a16:creationId xmlns:a16="http://schemas.microsoft.com/office/drawing/2014/main" id="{062422EF-5E63-453B-6624-CBF90E54202D}"/>
                </a:ext>
              </a:extLst>
            </p:cNvPr>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a:extLst>
                <a:ext uri="{FF2B5EF4-FFF2-40B4-BE49-F238E27FC236}">
                  <a16:creationId xmlns:a16="http://schemas.microsoft.com/office/drawing/2014/main" id="{734C3DC8-5936-1037-6B17-6D7F4A3FB853}"/>
                </a:ext>
              </a:extLst>
            </p:cNvPr>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a:extLst>
                <a:ext uri="{FF2B5EF4-FFF2-40B4-BE49-F238E27FC236}">
                  <a16:creationId xmlns:a16="http://schemas.microsoft.com/office/drawing/2014/main" id="{7D3AEB78-36F3-9E82-E53E-C45912C48975}"/>
                </a:ext>
              </a:extLst>
            </p:cNvPr>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a:extLst>
                <a:ext uri="{FF2B5EF4-FFF2-40B4-BE49-F238E27FC236}">
                  <a16:creationId xmlns:a16="http://schemas.microsoft.com/office/drawing/2014/main" id="{B98EE3B1-7B99-252C-860C-BAE603D44660}"/>
                </a:ext>
              </a:extLst>
            </p:cNvPr>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a:extLst>
                <a:ext uri="{FF2B5EF4-FFF2-40B4-BE49-F238E27FC236}">
                  <a16:creationId xmlns:a16="http://schemas.microsoft.com/office/drawing/2014/main" id="{6429A5B1-13F1-48A3-AF79-A753B7F39057}"/>
                </a:ext>
              </a:extLst>
            </p:cNvPr>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4">
              <a:extLst>
                <a:ext uri="{FF2B5EF4-FFF2-40B4-BE49-F238E27FC236}">
                  <a16:creationId xmlns:a16="http://schemas.microsoft.com/office/drawing/2014/main" id="{7AD28C35-D950-A117-781D-85AB73EFECDA}"/>
                </a:ext>
              </a:extLst>
            </p:cNvPr>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4">
              <a:extLst>
                <a:ext uri="{FF2B5EF4-FFF2-40B4-BE49-F238E27FC236}">
                  <a16:creationId xmlns:a16="http://schemas.microsoft.com/office/drawing/2014/main" id="{E3CB5450-FB0D-057C-5F4A-52AE42A4AE18}"/>
                </a:ext>
              </a:extLst>
            </p:cNvPr>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4">
              <a:extLst>
                <a:ext uri="{FF2B5EF4-FFF2-40B4-BE49-F238E27FC236}">
                  <a16:creationId xmlns:a16="http://schemas.microsoft.com/office/drawing/2014/main" id="{F7F979A2-CA0E-1B60-D2B6-08D8ADE903C6}"/>
                </a:ext>
              </a:extLst>
            </p:cNvPr>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4">
              <a:extLst>
                <a:ext uri="{FF2B5EF4-FFF2-40B4-BE49-F238E27FC236}">
                  <a16:creationId xmlns:a16="http://schemas.microsoft.com/office/drawing/2014/main" id="{B8BB122E-A228-DA0C-CA91-D66E8C83FBBC}"/>
                </a:ext>
              </a:extLst>
            </p:cNvPr>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4">
              <a:extLst>
                <a:ext uri="{FF2B5EF4-FFF2-40B4-BE49-F238E27FC236}">
                  <a16:creationId xmlns:a16="http://schemas.microsoft.com/office/drawing/2014/main" id="{938092F0-4981-1313-E783-C2E09BA55648}"/>
                </a:ext>
              </a:extLst>
            </p:cNvPr>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4">
              <a:extLst>
                <a:ext uri="{FF2B5EF4-FFF2-40B4-BE49-F238E27FC236}">
                  <a16:creationId xmlns:a16="http://schemas.microsoft.com/office/drawing/2014/main" id="{927E0B70-F135-3C4D-6541-A0CB227A888C}"/>
                </a:ext>
              </a:extLst>
            </p:cNvPr>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4">
              <a:extLst>
                <a:ext uri="{FF2B5EF4-FFF2-40B4-BE49-F238E27FC236}">
                  <a16:creationId xmlns:a16="http://schemas.microsoft.com/office/drawing/2014/main" id="{591EC9D0-BF41-1869-07FE-94DDA7F107B1}"/>
                </a:ext>
              </a:extLst>
            </p:cNvPr>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4">
              <a:extLst>
                <a:ext uri="{FF2B5EF4-FFF2-40B4-BE49-F238E27FC236}">
                  <a16:creationId xmlns:a16="http://schemas.microsoft.com/office/drawing/2014/main" id="{77ABD37B-AEC0-EE25-C69F-4F3A58FAFA8E}"/>
                </a:ext>
              </a:extLst>
            </p:cNvPr>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4">
              <a:extLst>
                <a:ext uri="{FF2B5EF4-FFF2-40B4-BE49-F238E27FC236}">
                  <a16:creationId xmlns:a16="http://schemas.microsoft.com/office/drawing/2014/main" id="{66211277-C628-ADD8-FD39-694D75B918DB}"/>
                </a:ext>
              </a:extLst>
            </p:cNvPr>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4">
              <a:extLst>
                <a:ext uri="{FF2B5EF4-FFF2-40B4-BE49-F238E27FC236}">
                  <a16:creationId xmlns:a16="http://schemas.microsoft.com/office/drawing/2014/main" id="{A71FFA15-F9C6-148C-8D5A-85EF743FCDD6}"/>
                </a:ext>
              </a:extLst>
            </p:cNvPr>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4">
              <a:extLst>
                <a:ext uri="{FF2B5EF4-FFF2-40B4-BE49-F238E27FC236}">
                  <a16:creationId xmlns:a16="http://schemas.microsoft.com/office/drawing/2014/main" id="{E0E308D1-BE7F-F194-1850-70AB60210062}"/>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4">
              <a:extLst>
                <a:ext uri="{FF2B5EF4-FFF2-40B4-BE49-F238E27FC236}">
                  <a16:creationId xmlns:a16="http://schemas.microsoft.com/office/drawing/2014/main" id="{8B03CFF4-4910-7B5D-C5E7-693B707ACBDC}"/>
                </a:ext>
              </a:extLst>
            </p:cNvPr>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4">
              <a:extLst>
                <a:ext uri="{FF2B5EF4-FFF2-40B4-BE49-F238E27FC236}">
                  <a16:creationId xmlns:a16="http://schemas.microsoft.com/office/drawing/2014/main" id="{ECE29BD2-1837-EA6C-AEE2-AC24EAC81239}"/>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4">
              <a:extLst>
                <a:ext uri="{FF2B5EF4-FFF2-40B4-BE49-F238E27FC236}">
                  <a16:creationId xmlns:a16="http://schemas.microsoft.com/office/drawing/2014/main" id="{B0D4A940-F8D1-DE4F-261A-AA4C23365E3C}"/>
                </a:ext>
              </a:extLst>
            </p:cNvPr>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4">
              <a:extLst>
                <a:ext uri="{FF2B5EF4-FFF2-40B4-BE49-F238E27FC236}">
                  <a16:creationId xmlns:a16="http://schemas.microsoft.com/office/drawing/2014/main" id="{2C809433-870E-696C-3669-B345F1F864E1}"/>
                </a:ext>
              </a:extLst>
            </p:cNvPr>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4">
              <a:extLst>
                <a:ext uri="{FF2B5EF4-FFF2-40B4-BE49-F238E27FC236}">
                  <a16:creationId xmlns:a16="http://schemas.microsoft.com/office/drawing/2014/main" id="{C834C799-FE6B-83AA-FC35-2D0D3B1F957B}"/>
                </a:ext>
              </a:extLst>
            </p:cNvPr>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4">
              <a:extLst>
                <a:ext uri="{FF2B5EF4-FFF2-40B4-BE49-F238E27FC236}">
                  <a16:creationId xmlns:a16="http://schemas.microsoft.com/office/drawing/2014/main" id="{0F98C8C9-F60F-B1AD-0888-8F4B8D1ADBDA}"/>
                </a:ext>
              </a:extLst>
            </p:cNvPr>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4">
              <a:extLst>
                <a:ext uri="{FF2B5EF4-FFF2-40B4-BE49-F238E27FC236}">
                  <a16:creationId xmlns:a16="http://schemas.microsoft.com/office/drawing/2014/main" id="{7CBE21CC-4F25-2B77-A9D5-515A61BD553F}"/>
                </a:ext>
              </a:extLst>
            </p:cNvPr>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4">
              <a:extLst>
                <a:ext uri="{FF2B5EF4-FFF2-40B4-BE49-F238E27FC236}">
                  <a16:creationId xmlns:a16="http://schemas.microsoft.com/office/drawing/2014/main" id="{84E13C4B-9836-7025-07E2-78619CDB3A4B}"/>
                </a:ext>
              </a:extLst>
            </p:cNvPr>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a:extLst>
                <a:ext uri="{FF2B5EF4-FFF2-40B4-BE49-F238E27FC236}">
                  <a16:creationId xmlns:a16="http://schemas.microsoft.com/office/drawing/2014/main" id="{D8D80CC0-A72D-E1B8-6D2E-B7CC0B3BDC5E}"/>
                </a:ext>
              </a:extLst>
            </p:cNvPr>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a:extLst>
                <a:ext uri="{FF2B5EF4-FFF2-40B4-BE49-F238E27FC236}">
                  <a16:creationId xmlns:a16="http://schemas.microsoft.com/office/drawing/2014/main" id="{8A07E9A0-CBCE-BFE1-F456-AC2AD71FEC15}"/>
                </a:ext>
              </a:extLst>
            </p:cNvPr>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4">
              <a:extLst>
                <a:ext uri="{FF2B5EF4-FFF2-40B4-BE49-F238E27FC236}">
                  <a16:creationId xmlns:a16="http://schemas.microsoft.com/office/drawing/2014/main" id="{E09B6874-58C8-FD68-67A4-C47218AB14B1}"/>
                </a:ext>
              </a:extLst>
            </p:cNvPr>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4">
              <a:extLst>
                <a:ext uri="{FF2B5EF4-FFF2-40B4-BE49-F238E27FC236}">
                  <a16:creationId xmlns:a16="http://schemas.microsoft.com/office/drawing/2014/main" id="{207117E1-F9EE-27F0-29D4-3091D53B7BA4}"/>
                </a:ext>
              </a:extLst>
            </p:cNvPr>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4">
              <a:extLst>
                <a:ext uri="{FF2B5EF4-FFF2-40B4-BE49-F238E27FC236}">
                  <a16:creationId xmlns:a16="http://schemas.microsoft.com/office/drawing/2014/main" id="{A27CFF3B-C25E-9E2D-EDDA-EF0D6E6310E4}"/>
                </a:ext>
              </a:extLst>
            </p:cNvPr>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4">
              <a:extLst>
                <a:ext uri="{FF2B5EF4-FFF2-40B4-BE49-F238E27FC236}">
                  <a16:creationId xmlns:a16="http://schemas.microsoft.com/office/drawing/2014/main" id="{5F6C9B11-DD80-30C8-7B77-1262BEA19DA8}"/>
                </a:ext>
              </a:extLst>
            </p:cNvPr>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4">
              <a:extLst>
                <a:ext uri="{FF2B5EF4-FFF2-40B4-BE49-F238E27FC236}">
                  <a16:creationId xmlns:a16="http://schemas.microsoft.com/office/drawing/2014/main" id="{AA74DCCE-B378-EA84-8E1E-7707B5A23B73}"/>
                </a:ext>
              </a:extLst>
            </p:cNvPr>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a:extLst>
                <a:ext uri="{FF2B5EF4-FFF2-40B4-BE49-F238E27FC236}">
                  <a16:creationId xmlns:a16="http://schemas.microsoft.com/office/drawing/2014/main" id="{C6C79B60-6C4B-B0E4-69F7-09A9A3B2704F}"/>
                </a:ext>
              </a:extLst>
            </p:cNvPr>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4">
              <a:extLst>
                <a:ext uri="{FF2B5EF4-FFF2-40B4-BE49-F238E27FC236}">
                  <a16:creationId xmlns:a16="http://schemas.microsoft.com/office/drawing/2014/main" id="{D1916DE1-53F6-6D50-2544-CF316B9844D6}"/>
                </a:ext>
              </a:extLst>
            </p:cNvPr>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4">
              <a:extLst>
                <a:ext uri="{FF2B5EF4-FFF2-40B4-BE49-F238E27FC236}">
                  <a16:creationId xmlns:a16="http://schemas.microsoft.com/office/drawing/2014/main" id="{1DA7689C-5EB9-CF9F-07D5-53656A92A879}"/>
                </a:ext>
              </a:extLst>
            </p:cNvPr>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a:extLst>
                <a:ext uri="{FF2B5EF4-FFF2-40B4-BE49-F238E27FC236}">
                  <a16:creationId xmlns:a16="http://schemas.microsoft.com/office/drawing/2014/main" id="{FFB33B33-B843-0270-12D5-6D3C3C743F3C}"/>
                </a:ext>
              </a:extLst>
            </p:cNvPr>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a:extLst>
                <a:ext uri="{FF2B5EF4-FFF2-40B4-BE49-F238E27FC236}">
                  <a16:creationId xmlns:a16="http://schemas.microsoft.com/office/drawing/2014/main" id="{051B6A0F-78F0-C09D-860D-5977CA8FDA57}"/>
                </a:ext>
              </a:extLst>
            </p:cNvPr>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a:extLst>
                <a:ext uri="{FF2B5EF4-FFF2-40B4-BE49-F238E27FC236}">
                  <a16:creationId xmlns:a16="http://schemas.microsoft.com/office/drawing/2014/main" id="{95D168CD-3922-8B20-8F0B-429497856029}"/>
                </a:ext>
              </a:extLst>
            </p:cNvPr>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24">
              <a:extLst>
                <a:ext uri="{FF2B5EF4-FFF2-40B4-BE49-F238E27FC236}">
                  <a16:creationId xmlns:a16="http://schemas.microsoft.com/office/drawing/2014/main" id="{04C6E922-D1B8-0E28-4D2C-1E91B59469FB}"/>
                </a:ext>
              </a:extLst>
            </p:cNvPr>
            <p:cNvGrpSpPr/>
            <p:nvPr/>
          </p:nvGrpSpPr>
          <p:grpSpPr>
            <a:xfrm>
              <a:off x="5968208" y="2549518"/>
              <a:ext cx="174119" cy="231588"/>
              <a:chOff x="4803668" y="3224977"/>
              <a:chExt cx="98578" cy="131115"/>
            </a:xfrm>
          </p:grpSpPr>
          <p:sp>
            <p:nvSpPr>
              <p:cNvPr id="1021" name="Google Shape;1021;p24">
                <a:extLst>
                  <a:ext uri="{FF2B5EF4-FFF2-40B4-BE49-F238E27FC236}">
                    <a16:creationId xmlns:a16="http://schemas.microsoft.com/office/drawing/2014/main" id="{6F01B071-6D0F-3A34-7642-03AE5B58952D}"/>
                  </a:ext>
                </a:extLst>
              </p:cNvPr>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a:extLst>
                  <a:ext uri="{FF2B5EF4-FFF2-40B4-BE49-F238E27FC236}">
                    <a16:creationId xmlns:a16="http://schemas.microsoft.com/office/drawing/2014/main" id="{8AD976B1-6F5F-36A9-99EE-EDC65461DBB4}"/>
                  </a:ext>
                </a:extLst>
              </p:cNvPr>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a:extLst>
                  <a:ext uri="{FF2B5EF4-FFF2-40B4-BE49-F238E27FC236}">
                    <a16:creationId xmlns:a16="http://schemas.microsoft.com/office/drawing/2014/main" id="{8BEA84C5-AB47-61AF-1CEC-4B9BD933EF5E}"/>
                  </a:ext>
                </a:extLst>
              </p:cNvPr>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a:extLst>
                  <a:ext uri="{FF2B5EF4-FFF2-40B4-BE49-F238E27FC236}">
                    <a16:creationId xmlns:a16="http://schemas.microsoft.com/office/drawing/2014/main" id="{96D60477-4BAF-9B9F-28D8-20741C41D8A8}"/>
                  </a:ext>
                </a:extLst>
              </p:cNvPr>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a:extLst>
                  <a:ext uri="{FF2B5EF4-FFF2-40B4-BE49-F238E27FC236}">
                    <a16:creationId xmlns:a16="http://schemas.microsoft.com/office/drawing/2014/main" id="{C229BDE7-97B6-104F-1E49-D5E692ADDEDD}"/>
                  </a:ext>
                </a:extLst>
              </p:cNvPr>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Image 12">
            <a:extLst>
              <a:ext uri="{FF2B5EF4-FFF2-40B4-BE49-F238E27FC236}">
                <a16:creationId xmlns:a16="http://schemas.microsoft.com/office/drawing/2014/main" id="{89BC0EC1-D030-D262-AEE5-48E3F9171F8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891" y="0"/>
            <a:ext cx="1531147" cy="1531147"/>
          </a:xfrm>
          <a:prstGeom prst="rect">
            <a:avLst/>
          </a:prstGeom>
          <a:noFill/>
          <a:ln>
            <a:noFill/>
          </a:ln>
        </p:spPr>
      </p:pic>
      <p:pic>
        <p:nvPicPr>
          <p:cNvPr id="4" name="Image 2" descr="Une image contenant logo, Marque, symbole, Police&#10;&#10;Description générée automatiquement">
            <a:extLst>
              <a:ext uri="{FF2B5EF4-FFF2-40B4-BE49-F238E27FC236}">
                <a16:creationId xmlns:a16="http://schemas.microsoft.com/office/drawing/2014/main" id="{1B80C8EF-8A0B-5A03-3947-5B7920B01C6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50667" y1="59906" x2="54000" y2="62736"/>
                        <a14:foregroundMark x1="54000" y1="43396" x2="59000" y2="34906"/>
                        <a14:foregroundMark x1="42000" y1="88679" x2="50000" y2="88679"/>
                        <a14:foregroundMark x1="52667" y1="10849" x2="49333" y2="9906"/>
                      </a14:backgroundRemoval>
                    </a14:imgEffect>
                  </a14:imgLayer>
                </a14:imgProps>
              </a:ext>
              <a:ext uri="{28A0092B-C50C-407E-A947-70E740481C1C}">
                <a14:useLocalDpi xmlns:a14="http://schemas.microsoft.com/office/drawing/2010/main" val="0"/>
              </a:ext>
            </a:extLst>
          </a:blip>
          <a:srcRect/>
          <a:stretch>
            <a:fillRect/>
          </a:stretch>
        </p:blipFill>
        <p:spPr bwMode="auto">
          <a:xfrm>
            <a:off x="7463692" y="354004"/>
            <a:ext cx="1387524" cy="979516"/>
          </a:xfrm>
          <a:prstGeom prst="rect">
            <a:avLst/>
          </a:prstGeom>
          <a:noFill/>
          <a:ln>
            <a:noFill/>
          </a:ln>
        </p:spPr>
      </p:pic>
    </p:spTree>
    <p:extLst>
      <p:ext uri="{BB962C8B-B14F-4D97-AF65-F5344CB8AC3E}">
        <p14:creationId xmlns:p14="http://schemas.microsoft.com/office/powerpoint/2010/main" val="3193081639"/>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TotalTime>
  <Words>454</Words>
  <Application>Microsoft Office PowerPoint</Application>
  <PresentationFormat>On-screen Show (16:9)</PresentationFormat>
  <Paragraphs>85</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Inter</vt:lpstr>
      <vt:lpstr>Open Sans</vt:lpstr>
      <vt:lpstr>RQND Pro Condensed</vt:lpstr>
      <vt:lpstr>Sora</vt:lpstr>
      <vt:lpstr>Software Engineering Business Plan by Slidesgo</vt:lpstr>
      <vt:lpstr>Surveillance de la température d'un entrepôt</vt:lpstr>
      <vt:lpstr>Table of contents</vt:lpstr>
      <vt:lpstr>Introduction</vt:lpstr>
      <vt:lpstr>Introduction :</vt:lpstr>
      <vt:lpstr>Architecture du Système</vt:lpstr>
      <vt:lpstr>Architecture du Système :</vt:lpstr>
      <vt:lpstr>Architecture du Système :</vt:lpstr>
      <vt:lpstr>Fonctionnalités Réalisées</vt:lpstr>
      <vt:lpstr>PowerPoint Presentation</vt:lpstr>
      <vt:lpstr>Technologies Utilisées</vt:lpstr>
      <vt:lpstr>PowerPoint Presentation</vt:lpstr>
      <vt:lpstr>PowerPoint Presentation</vt:lpstr>
      <vt:lpstr>Défis Techniques et Solutions</vt:lpstr>
      <vt:lpstr>Défis Techniques et Solutions  :</vt:lpstr>
      <vt:lpstr>Solutions  :</vt:lpstr>
      <vt:lpstr>simulation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Atiki</dc:creator>
  <cp:lastModifiedBy>Abdessamad Asklou</cp:lastModifiedBy>
  <cp:revision>7</cp:revision>
  <dcterms:modified xsi:type="dcterms:W3CDTF">2025-06-23T17:33:18Z</dcterms:modified>
</cp:coreProperties>
</file>